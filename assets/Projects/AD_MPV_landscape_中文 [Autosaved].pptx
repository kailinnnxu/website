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1" r:id="rId1"/>
  </p:sldMasterIdLst>
  <p:notesMasterIdLst>
    <p:notesMasterId r:id="rId17"/>
  </p:notesMasterIdLst>
  <p:handoutMasterIdLst>
    <p:handoutMasterId r:id="rId18"/>
  </p:handoutMasterIdLst>
  <p:sldIdLst>
    <p:sldId id="760" r:id="rId2"/>
    <p:sldId id="723" r:id="rId3"/>
    <p:sldId id="727" r:id="rId4"/>
    <p:sldId id="729" r:id="rId5"/>
    <p:sldId id="749" r:id="rId6"/>
    <p:sldId id="753" r:id="rId7"/>
    <p:sldId id="750" r:id="rId8"/>
    <p:sldId id="752" r:id="rId9"/>
    <p:sldId id="728" r:id="rId10"/>
    <p:sldId id="715" r:id="rId11"/>
    <p:sldId id="759" r:id="rId12"/>
    <p:sldId id="757" r:id="rId13"/>
    <p:sldId id="751" r:id="rId14"/>
    <p:sldId id="756" r:id="rId15"/>
    <p:sldId id="754" r:id="rId16"/>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98" userDrawn="1">
          <p15:clr>
            <a:srgbClr val="A4A3A4"/>
          </p15:clr>
        </p15:guide>
        <p15:guide id="2" pos="6176" userDrawn="1">
          <p15:clr>
            <a:srgbClr val="A4A3A4"/>
          </p15:clr>
        </p15:guide>
        <p15:guide id="4" orient="horz" pos="1366" userDrawn="1">
          <p15:clr>
            <a:srgbClr val="A4A3A4"/>
          </p15:clr>
        </p15:guide>
        <p15:guide id="10" orient="horz" pos="2341" userDrawn="1">
          <p15:clr>
            <a:srgbClr val="A4A3A4"/>
          </p15:clr>
        </p15:guide>
        <p15:guide id="13" pos="3318" userDrawn="1">
          <p15:clr>
            <a:srgbClr val="A4A3A4"/>
          </p15:clr>
        </p15:guide>
        <p15:guide id="14" orient="horz" pos="709" userDrawn="1">
          <p15:clr>
            <a:srgbClr val="A4A3A4"/>
          </p15:clr>
        </p15:guide>
        <p15:guide id="16" orient="horz" pos="1457" userDrawn="1">
          <p15:clr>
            <a:srgbClr val="A4A3A4"/>
          </p15:clr>
        </p15:guide>
        <p15:guide id="17" orient="horz" pos="2228" userDrawn="1">
          <p15:clr>
            <a:srgbClr val="A4A3A4"/>
          </p15:clr>
        </p15:guide>
        <p15:guide id="18" pos="4316" userDrawn="1">
          <p15:clr>
            <a:srgbClr val="A4A3A4"/>
          </p15:clr>
        </p15:guide>
        <p15:guide id="19" pos="2570" userDrawn="1">
          <p15:clr>
            <a:srgbClr val="A4A3A4"/>
          </p15:clr>
        </p15:guide>
        <p15:guide id="20" pos="2184" userDrawn="1">
          <p15:clr>
            <a:srgbClr val="A4A3A4"/>
          </p15:clr>
        </p15:guide>
        <p15:guide id="22" pos="1345" userDrawn="1">
          <p15:clr>
            <a:srgbClr val="A4A3A4"/>
          </p15:clr>
        </p15:guide>
        <p15:guide id="23" orient="horz" pos="2999" userDrawn="1">
          <p15:clr>
            <a:srgbClr val="A4A3A4"/>
          </p15:clr>
        </p15:guide>
        <p15:guide id="24" orient="horz" pos="2772" userDrawn="1">
          <p15:clr>
            <a:srgbClr val="A4A3A4"/>
          </p15:clr>
        </p15:guide>
        <p15:guide id="25" orient="horz" pos="125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BA04"/>
    <a:srgbClr val="176F20"/>
    <a:srgbClr val="17989C"/>
    <a:srgbClr val="EA7B81"/>
    <a:srgbClr val="F59013"/>
    <a:srgbClr val="F08923"/>
    <a:srgbClr val="68CC8E"/>
    <a:srgbClr val="FFE000"/>
    <a:srgbClr val="C4F5A8"/>
    <a:srgbClr val="83F5D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306799F8-075E-4A3A-A7F6-7FBC6576F1A4}" styleName="主题样式 2 - 强调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89" autoAdjust="0"/>
    <p:restoredTop sz="82832" autoAdjust="0"/>
  </p:normalViewPr>
  <p:slideViewPr>
    <p:cSldViewPr snapToGrid="0" snapToObjects="1">
      <p:cViewPr varScale="1">
        <p:scale>
          <a:sx n="89" d="100"/>
          <a:sy n="89" d="100"/>
        </p:scale>
        <p:origin x="1280" y="-400"/>
      </p:cViewPr>
      <p:guideLst>
        <p:guide orient="horz" pos="3498"/>
        <p:guide pos="6176"/>
        <p:guide orient="horz" pos="1366"/>
        <p:guide orient="horz" pos="2341"/>
        <p:guide pos="3318"/>
        <p:guide orient="horz" pos="709"/>
        <p:guide orient="horz" pos="1457"/>
        <p:guide orient="horz" pos="2228"/>
        <p:guide pos="4316"/>
        <p:guide pos="2570"/>
        <p:guide pos="2184"/>
        <p:guide pos="1345"/>
        <p:guide orient="horz" pos="2999"/>
        <p:guide orient="horz" pos="2772"/>
        <p:guide orient="horz" pos="1253"/>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snapToObjects="1">
      <p:cViewPr varScale="1">
        <p:scale>
          <a:sx n="80" d="100"/>
          <a:sy n="80" d="100"/>
        </p:scale>
        <p:origin x="4016"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27B2F1C4-8062-6842-A552-4E9C5B76FC82}" type="datetimeFigureOut">
              <a:rPr lang="en-US" smtClean="0"/>
              <a:t>7/6/25</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546159F9-37E7-514A-BBFC-41AE43FE2F0D}" type="slidenum">
              <a:rPr lang="en-US" smtClean="0"/>
              <a:t>‹#›</a:t>
            </a:fld>
            <a:endParaRPr lang="en-US"/>
          </a:p>
        </p:txBody>
      </p:sp>
    </p:spTree>
    <p:extLst>
      <p:ext uri="{BB962C8B-B14F-4D97-AF65-F5344CB8AC3E}">
        <p14:creationId xmlns:p14="http://schemas.microsoft.com/office/powerpoint/2010/main" val="42111927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BEF1FE92-7D70-F74E-A163-944F4D08C1C7}" type="datetimeFigureOut">
              <a:rPr lang="en-US" smtClean="0"/>
              <a:t>7/6/25</a:t>
            </a:fld>
            <a:endParaRPr lang="en-US"/>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F43544D7-0B39-BA43-B079-567B0CA35E9D}" type="slidenum">
              <a:rPr lang="en-US" smtClean="0"/>
              <a:t>‹#›</a:t>
            </a:fld>
            <a:endParaRPr lang="en-US"/>
          </a:p>
        </p:txBody>
      </p:sp>
    </p:spTree>
    <p:extLst>
      <p:ext uri="{BB962C8B-B14F-4D97-AF65-F5344CB8AC3E}">
        <p14:creationId xmlns:p14="http://schemas.microsoft.com/office/powerpoint/2010/main" val="37517180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https://</a:t>
            </a:r>
            <a:r>
              <a:rPr kumimoji="1" lang="en-US" altLang="zh-CN" dirty="0" err="1"/>
              <a:t>ajp.psychiatryonline.org</a:t>
            </a:r>
            <a:r>
              <a:rPr kumimoji="1" lang="en-US" altLang="zh-CN" dirty="0"/>
              <a:t>/</a:t>
            </a:r>
            <a:r>
              <a:rPr kumimoji="1" lang="en-US" altLang="zh-CN" dirty="0" err="1"/>
              <a:t>doi</a:t>
            </a:r>
            <a:r>
              <a:rPr kumimoji="1" lang="en-US" altLang="zh-CN" dirty="0"/>
              <a:t>/10.1176/appi.ajp.2016.16030360</a:t>
            </a:r>
            <a:endParaRPr kumimoji="1" lang="zh-CN" altLang="en-US" dirty="0"/>
          </a:p>
        </p:txBody>
      </p:sp>
      <p:sp>
        <p:nvSpPr>
          <p:cNvPr id="4" name="灯片编号占位符 3"/>
          <p:cNvSpPr>
            <a:spLocks noGrp="1"/>
          </p:cNvSpPr>
          <p:nvPr>
            <p:ph type="sldNum" sz="quarter" idx="5"/>
          </p:nvPr>
        </p:nvSpPr>
        <p:spPr/>
        <p:txBody>
          <a:bodyPr/>
          <a:lstStyle/>
          <a:p>
            <a:fld id="{F43544D7-0B39-BA43-B079-567B0CA35E9D}" type="slidenum">
              <a:rPr lang="en-US" smtClean="0"/>
              <a:t>2</a:t>
            </a:fld>
            <a:endParaRPr lang="en-US"/>
          </a:p>
        </p:txBody>
      </p:sp>
    </p:spTree>
    <p:extLst>
      <p:ext uri="{BB962C8B-B14F-4D97-AF65-F5344CB8AC3E}">
        <p14:creationId xmlns:p14="http://schemas.microsoft.com/office/powerpoint/2010/main" val="4090342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43544D7-0B39-BA43-B079-567B0CA35E9D}" type="slidenum">
              <a:rPr lang="en-US" smtClean="0"/>
              <a:t>3</a:t>
            </a:fld>
            <a:endParaRPr lang="en-US"/>
          </a:p>
        </p:txBody>
      </p:sp>
    </p:spTree>
    <p:extLst>
      <p:ext uri="{BB962C8B-B14F-4D97-AF65-F5344CB8AC3E}">
        <p14:creationId xmlns:p14="http://schemas.microsoft.com/office/powerpoint/2010/main" val="20204298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43544D7-0B39-BA43-B079-567B0CA35E9D}" type="slidenum">
              <a:rPr lang="en-US" smtClean="0"/>
              <a:t>4</a:t>
            </a:fld>
            <a:endParaRPr lang="en-US"/>
          </a:p>
        </p:txBody>
      </p:sp>
    </p:spTree>
    <p:extLst>
      <p:ext uri="{BB962C8B-B14F-4D97-AF65-F5344CB8AC3E}">
        <p14:creationId xmlns:p14="http://schemas.microsoft.com/office/powerpoint/2010/main" val="3200028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Aricept: https://</a:t>
            </a:r>
            <a:r>
              <a:rPr lang="en-US" dirty="0" err="1"/>
              <a:t>www.accessdata.fda.gov</a:t>
            </a:r>
            <a:r>
              <a:rPr lang="en-US" dirty="0"/>
              <a:t>/</a:t>
            </a:r>
            <a:r>
              <a:rPr lang="en-US" dirty="0" err="1"/>
              <a:t>drugsatfda_docs</a:t>
            </a:r>
            <a:r>
              <a:rPr lang="en-US" dirty="0"/>
              <a:t>/label/2012/020690s035,021720s008,022568s005lbl.pdf</a:t>
            </a:r>
          </a:p>
          <a:p>
            <a:r>
              <a:rPr lang="en-US" dirty="0"/>
              <a:t>2</a:t>
            </a:r>
            <a:r>
              <a:rPr lang="en-US" baseline="30000" dirty="0"/>
              <a:t>nd</a:t>
            </a:r>
            <a:r>
              <a:rPr lang="en-US" dirty="0"/>
              <a:t> line: https://</a:t>
            </a:r>
            <a:r>
              <a:rPr lang="en-US" dirty="0" err="1"/>
              <a:t>www.alz.org</a:t>
            </a:r>
            <a:r>
              <a:rPr lang="en-US" dirty="0"/>
              <a:t>/</a:t>
            </a:r>
            <a:r>
              <a:rPr lang="en-US" dirty="0" err="1"/>
              <a:t>alzheimers</a:t>
            </a:r>
            <a:r>
              <a:rPr lang="en-US" dirty="0"/>
              <a:t>-dementia/treatments/treatments-for-behavior</a:t>
            </a:r>
          </a:p>
          <a:p>
            <a:endParaRPr lang="en-US" dirty="0"/>
          </a:p>
        </p:txBody>
      </p:sp>
      <p:sp>
        <p:nvSpPr>
          <p:cNvPr id="4" name="Slide Number Placeholder 3"/>
          <p:cNvSpPr>
            <a:spLocks noGrp="1"/>
          </p:cNvSpPr>
          <p:nvPr>
            <p:ph type="sldNum" sz="quarter" idx="5"/>
          </p:nvPr>
        </p:nvSpPr>
        <p:spPr/>
        <p:txBody>
          <a:bodyPr/>
          <a:lstStyle/>
          <a:p>
            <a:fld id="{F43544D7-0B39-BA43-B079-567B0CA35E9D}" type="slidenum">
              <a:rPr lang="en-US" smtClean="0"/>
              <a:t>5</a:t>
            </a:fld>
            <a:endParaRPr lang="en-US"/>
          </a:p>
        </p:txBody>
      </p:sp>
    </p:spTree>
    <p:extLst>
      <p:ext uri="{BB962C8B-B14F-4D97-AF65-F5344CB8AC3E}">
        <p14:creationId xmlns:p14="http://schemas.microsoft.com/office/powerpoint/2010/main" val="758495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www.bettermedicarealliance.org</a:t>
            </a:r>
            <a:r>
              <a:rPr lang="en-US" dirty="0"/>
              <a:t>/wp-content/uploads/2020/03/BMA_OnePager_Payment_Structure_2017_10_18-Final.pdf</a:t>
            </a:r>
          </a:p>
        </p:txBody>
      </p:sp>
      <p:sp>
        <p:nvSpPr>
          <p:cNvPr id="4" name="Slide Number Placeholder 3"/>
          <p:cNvSpPr>
            <a:spLocks noGrp="1"/>
          </p:cNvSpPr>
          <p:nvPr>
            <p:ph type="sldNum" sz="quarter" idx="5"/>
          </p:nvPr>
        </p:nvSpPr>
        <p:spPr/>
        <p:txBody>
          <a:bodyPr/>
          <a:lstStyle/>
          <a:p>
            <a:fld id="{F43544D7-0B39-BA43-B079-567B0CA35E9D}" type="slidenum">
              <a:rPr lang="en-US" smtClean="0"/>
              <a:t>6</a:t>
            </a:fld>
            <a:endParaRPr lang="en-US"/>
          </a:p>
        </p:txBody>
      </p:sp>
    </p:spTree>
    <p:extLst>
      <p:ext uri="{BB962C8B-B14F-4D97-AF65-F5344CB8AC3E}">
        <p14:creationId xmlns:p14="http://schemas.microsoft.com/office/powerpoint/2010/main" val="15728607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Lecanemab</a:t>
            </a:r>
            <a:r>
              <a:rPr lang="en-US" dirty="0"/>
              <a:t>: https://</a:t>
            </a:r>
            <a:r>
              <a:rPr lang="en-US" dirty="0" err="1"/>
              <a:t>www.accessdata.fda.gov</a:t>
            </a:r>
            <a:r>
              <a:rPr lang="en-US" dirty="0"/>
              <a:t>/</a:t>
            </a:r>
            <a:r>
              <a:rPr lang="en-US" dirty="0" err="1"/>
              <a:t>drugsatfda_docs</a:t>
            </a:r>
            <a:r>
              <a:rPr lang="en-US" dirty="0"/>
              <a:t>/label/2023/761269s000lbl.pdf</a:t>
            </a:r>
          </a:p>
          <a:p>
            <a:r>
              <a:rPr lang="en-US" dirty="0"/>
              <a:t>MMSE: https://</a:t>
            </a:r>
            <a:r>
              <a:rPr lang="en-US" dirty="0" err="1"/>
              <a:t>cgatoolkit.ca</a:t>
            </a:r>
            <a:r>
              <a:rPr lang="en-US" dirty="0"/>
              <a:t>/Uploads/</a:t>
            </a:r>
            <a:r>
              <a:rPr lang="en-US" dirty="0" err="1"/>
              <a:t>ContentDocuments</a:t>
            </a:r>
            <a:r>
              <a:rPr lang="en-US" dirty="0"/>
              <a:t>/</a:t>
            </a:r>
            <a:r>
              <a:rPr lang="en-US" dirty="0" err="1"/>
              <a:t>MMSE.pdf</a:t>
            </a:r>
            <a:endParaRPr lang="en-US" dirty="0"/>
          </a:p>
          <a:p>
            <a:r>
              <a:rPr lang="en-US" dirty="0" err="1"/>
              <a:t>Aduhelm</a:t>
            </a:r>
            <a:r>
              <a:rPr lang="en-US" dirty="0"/>
              <a:t> coverage: https://</a:t>
            </a:r>
            <a:r>
              <a:rPr lang="en-US" dirty="0" err="1"/>
              <a:t>www.fiercehealthcare.com</a:t>
            </a:r>
            <a:r>
              <a:rPr lang="en-US" dirty="0"/>
              <a:t>/payers/</a:t>
            </a:r>
            <a:r>
              <a:rPr lang="en-US" dirty="0" err="1"/>
              <a:t>unitedhealthcare</a:t>
            </a:r>
            <a:r>
              <a:rPr lang="en-US" dirty="0"/>
              <a:t>-adopts-limited-coverage-policy-</a:t>
            </a:r>
            <a:r>
              <a:rPr lang="en-US" dirty="0" err="1"/>
              <a:t>aduhelm</a:t>
            </a:r>
            <a:endParaRPr lang="en-US" dirty="0"/>
          </a:p>
          <a:p>
            <a:endParaRPr lang="en-US" dirty="0"/>
          </a:p>
          <a:p>
            <a:r>
              <a:rPr lang="en-US" dirty="0"/>
              <a:t>Multi-center</a:t>
            </a:r>
          </a:p>
          <a:p>
            <a:r>
              <a:rPr lang="en-US" dirty="0"/>
              <a:t>Population</a:t>
            </a:r>
          </a:p>
          <a:p>
            <a:r>
              <a:rPr lang="en-US" dirty="0"/>
              <a:t>Eligibility</a:t>
            </a:r>
          </a:p>
          <a:p>
            <a:endParaRPr lang="en-US" dirty="0"/>
          </a:p>
        </p:txBody>
      </p:sp>
      <p:sp>
        <p:nvSpPr>
          <p:cNvPr id="4" name="Slide Number Placeholder 3"/>
          <p:cNvSpPr>
            <a:spLocks noGrp="1"/>
          </p:cNvSpPr>
          <p:nvPr>
            <p:ph type="sldNum" sz="quarter" idx="5"/>
          </p:nvPr>
        </p:nvSpPr>
        <p:spPr/>
        <p:txBody>
          <a:bodyPr/>
          <a:lstStyle/>
          <a:p>
            <a:fld id="{F43544D7-0B39-BA43-B079-567B0CA35E9D}" type="slidenum">
              <a:rPr lang="en-US" smtClean="0"/>
              <a:t>7</a:t>
            </a:fld>
            <a:endParaRPr lang="en-US"/>
          </a:p>
        </p:txBody>
      </p:sp>
    </p:spTree>
    <p:extLst>
      <p:ext uri="{BB962C8B-B14F-4D97-AF65-F5344CB8AC3E}">
        <p14:creationId xmlns:p14="http://schemas.microsoft.com/office/powerpoint/2010/main" val="21620775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Ultrasound: </a:t>
            </a:r>
          </a:p>
          <a:p>
            <a:r>
              <a:rPr lang="en-US" dirty="0"/>
              <a:t>https://</a:t>
            </a:r>
            <a:r>
              <a:rPr lang="en-US" dirty="0" err="1"/>
              <a:t>www.pnas.org</a:t>
            </a:r>
            <a:r>
              <a:rPr lang="en-US" dirty="0"/>
              <a:t>/</a:t>
            </a:r>
            <a:r>
              <a:rPr lang="en-US" dirty="0" err="1"/>
              <a:t>doi</a:t>
            </a:r>
            <a:r>
              <a:rPr lang="en-US" dirty="0"/>
              <a:t>/10.1073/pnas.2002571117</a:t>
            </a:r>
          </a:p>
          <a:p>
            <a:r>
              <a:rPr lang="en-US" dirty="0"/>
              <a:t>https://</a:t>
            </a:r>
            <a:r>
              <a:rPr lang="en-US" dirty="0" err="1"/>
              <a:t>www.ncbi.nlm.nih.gov</a:t>
            </a:r>
            <a:r>
              <a:rPr lang="en-US" dirty="0"/>
              <a:t>/</a:t>
            </a:r>
            <a:r>
              <a:rPr lang="en-US" dirty="0" err="1"/>
              <a:t>pmc</a:t>
            </a:r>
            <a:r>
              <a:rPr lang="en-US" dirty="0"/>
              <a:t>/articles/PMC6289486/</a:t>
            </a:r>
          </a:p>
          <a:p>
            <a:r>
              <a:rPr lang="en-US" dirty="0"/>
              <a:t>https://</a:t>
            </a:r>
            <a:r>
              <a:rPr lang="en-US" dirty="0" err="1"/>
              <a:t>thejns.org</a:t>
            </a:r>
            <a:r>
              <a:rPr lang="en-US" dirty="0"/>
              <a:t>/view/journals/j-</a:t>
            </a:r>
            <a:r>
              <a:rPr lang="en-US" dirty="0" err="1"/>
              <a:t>neurosurg</a:t>
            </a:r>
            <a:r>
              <a:rPr lang="en-US" dirty="0"/>
              <a:t>/139/1/article-p275.xml</a:t>
            </a:r>
          </a:p>
          <a:p>
            <a:endParaRPr lang="en-US" dirty="0"/>
          </a:p>
          <a:p>
            <a:r>
              <a:rPr lang="en-US" dirty="0" err="1"/>
              <a:t>DTx</a:t>
            </a:r>
            <a:r>
              <a:rPr lang="en-US" dirty="0"/>
              <a:t>:</a:t>
            </a:r>
          </a:p>
          <a:p>
            <a:r>
              <a:rPr lang="en-US" dirty="0"/>
              <a:t>Efficacy: https://</a:t>
            </a:r>
            <a:r>
              <a:rPr lang="en-US" dirty="0" err="1"/>
              <a:t>ajp.psychiatryonline.org</a:t>
            </a:r>
            <a:r>
              <a:rPr lang="en-US" dirty="0"/>
              <a:t>/</a:t>
            </a:r>
            <a:r>
              <a:rPr lang="en-US" dirty="0" err="1"/>
              <a:t>doi</a:t>
            </a:r>
            <a:r>
              <a:rPr lang="en-US" dirty="0"/>
              <a:t>/10.1176/appi.ajp.2016.16030360</a:t>
            </a:r>
          </a:p>
          <a:p>
            <a:endParaRPr lang="en-US" dirty="0"/>
          </a:p>
          <a:p>
            <a:r>
              <a:rPr lang="en-US" dirty="0" err="1"/>
              <a:t>安全性有效性</a:t>
            </a:r>
            <a:endParaRPr lang="en-US" dirty="0"/>
          </a:p>
        </p:txBody>
      </p:sp>
      <p:sp>
        <p:nvSpPr>
          <p:cNvPr id="4" name="Slide Number Placeholder 3"/>
          <p:cNvSpPr>
            <a:spLocks noGrp="1"/>
          </p:cNvSpPr>
          <p:nvPr>
            <p:ph type="sldNum" sz="quarter" idx="5"/>
          </p:nvPr>
        </p:nvSpPr>
        <p:spPr/>
        <p:txBody>
          <a:bodyPr/>
          <a:lstStyle/>
          <a:p>
            <a:fld id="{F43544D7-0B39-BA43-B079-567B0CA35E9D}" type="slidenum">
              <a:rPr lang="en-US" smtClean="0"/>
              <a:t>8</a:t>
            </a:fld>
            <a:endParaRPr lang="en-US"/>
          </a:p>
        </p:txBody>
      </p:sp>
    </p:spTree>
    <p:extLst>
      <p:ext uri="{BB962C8B-B14F-4D97-AF65-F5344CB8AC3E}">
        <p14:creationId xmlns:p14="http://schemas.microsoft.com/office/powerpoint/2010/main" val="4083127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43544D7-0B39-BA43-B079-567B0CA35E9D}" type="slidenum">
              <a:rPr lang="en-US" smtClean="0"/>
              <a:t>9</a:t>
            </a:fld>
            <a:endParaRPr lang="en-US"/>
          </a:p>
        </p:txBody>
      </p:sp>
    </p:spTree>
    <p:extLst>
      <p:ext uri="{BB962C8B-B14F-4D97-AF65-F5344CB8AC3E}">
        <p14:creationId xmlns:p14="http://schemas.microsoft.com/office/powerpoint/2010/main" val="7203165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43544D7-0B39-BA43-B079-567B0CA35E9D}" type="slidenum">
              <a:rPr lang="en-US" smtClean="0"/>
              <a:t>11</a:t>
            </a:fld>
            <a:endParaRPr lang="en-US"/>
          </a:p>
        </p:txBody>
      </p:sp>
    </p:spTree>
    <p:extLst>
      <p:ext uri="{BB962C8B-B14F-4D97-AF65-F5344CB8AC3E}">
        <p14:creationId xmlns:p14="http://schemas.microsoft.com/office/powerpoint/2010/main" val="40903426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news.mit.edu</a:t>
            </a:r>
            <a:r>
              <a:rPr lang="en-US" dirty="0"/>
              <a:t>/2023/40-hz-vibrations-reduce-alzheimers-pathology-symptoms-mouse-models-0605</a:t>
            </a:r>
          </a:p>
          <a:p>
            <a:r>
              <a:rPr lang="en-US" dirty="0"/>
              <a:t>https://</a:t>
            </a:r>
            <a:r>
              <a:rPr lang="en-US" dirty="0" err="1"/>
              <a:t>www.ncbi.nlm.nih.gov</a:t>
            </a:r>
            <a:r>
              <a:rPr lang="en-US" dirty="0"/>
              <a:t>/</a:t>
            </a:r>
            <a:r>
              <a:rPr lang="en-US" dirty="0" err="1"/>
              <a:t>pmc</a:t>
            </a:r>
            <a:r>
              <a:rPr lang="en-US" dirty="0"/>
              <a:t>/articles/PMC8500065/</a:t>
            </a:r>
          </a:p>
          <a:p>
            <a:endParaRPr lang="en-US" dirty="0"/>
          </a:p>
          <a:p>
            <a:r>
              <a:rPr lang="en-US" dirty="0" err="1"/>
              <a:t>为什么他们被</a:t>
            </a:r>
            <a:r>
              <a:rPr lang="en-US" dirty="0"/>
              <a:t>(</a:t>
            </a:r>
            <a:r>
              <a:rPr lang="en-US" altLang="zh-CN" dirty="0" err="1"/>
              <a:t>fda</a:t>
            </a:r>
            <a:r>
              <a:rPr lang="en-US" altLang="zh-CN" dirty="0"/>
              <a:t>)</a:t>
            </a:r>
            <a:r>
              <a:rPr lang="en-US" dirty="0" err="1"/>
              <a:t>认可</a:t>
            </a:r>
            <a:r>
              <a:rPr lang="zh-CN" altLang="en-US" dirty="0"/>
              <a:t> </a:t>
            </a:r>
            <a:r>
              <a:rPr lang="en-US" altLang="zh-CN" dirty="0"/>
              <a:t>Lilly and </a:t>
            </a:r>
            <a:r>
              <a:rPr lang="en-US" altLang="zh-CN" dirty="0" err="1"/>
              <a:t>cognito</a:t>
            </a:r>
            <a:r>
              <a:rPr lang="en-US" altLang="zh-CN" dirty="0"/>
              <a:t> (</a:t>
            </a:r>
            <a:r>
              <a:rPr lang="zh-CN" altLang="en-US" dirty="0"/>
              <a:t>脑电数据）</a:t>
            </a:r>
            <a:r>
              <a:rPr lang="en-US" altLang="zh-CN" dirty="0"/>
              <a:t>PI, personalized?</a:t>
            </a:r>
          </a:p>
          <a:p>
            <a:r>
              <a:rPr lang="en-US" dirty="0"/>
              <a:t>TMS</a:t>
            </a:r>
          </a:p>
          <a:p>
            <a:r>
              <a:rPr lang="en-US" dirty="0"/>
              <a:t>Ultrasound </a:t>
            </a:r>
            <a:r>
              <a:rPr lang="en-US" dirty="0" err="1"/>
              <a:t>股价</a:t>
            </a: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F43544D7-0B39-BA43-B079-567B0CA35E9D}" type="slidenum">
              <a:rPr lang="en-US" smtClean="0"/>
              <a:t>13</a:t>
            </a:fld>
            <a:endParaRPr lang="en-US"/>
          </a:p>
        </p:txBody>
      </p:sp>
    </p:spTree>
    <p:extLst>
      <p:ext uri="{BB962C8B-B14F-4D97-AF65-F5344CB8AC3E}">
        <p14:creationId xmlns:p14="http://schemas.microsoft.com/office/powerpoint/2010/main" val="35514178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Jinze</a:t>
            </a:r>
            <a:r>
              <a:rPr lang="en-US" dirty="0"/>
              <a:t> – yes doc resources – different story </a:t>
            </a:r>
            <a:r>
              <a:rPr lang="zh-CN" altLang="en-US" dirty="0"/>
              <a:t>（超敏。。）， </a:t>
            </a:r>
            <a:endParaRPr lang="en-US" altLang="zh-CN" dirty="0"/>
          </a:p>
          <a:p>
            <a:r>
              <a:rPr lang="zh-CN" altLang="en-US" dirty="0"/>
              <a:t>眼动</a:t>
            </a:r>
            <a:r>
              <a:rPr lang="en-US" altLang="zh-CN" dirty="0"/>
              <a:t>, </a:t>
            </a:r>
            <a:r>
              <a:rPr lang="zh-CN" altLang="en-US" dirty="0"/>
              <a:t>难推广，对环境要求高，</a:t>
            </a:r>
            <a:endParaRPr lang="en-US" dirty="0"/>
          </a:p>
          <a:p>
            <a:r>
              <a:rPr lang="en-US"/>
              <a:t>Diagnosis </a:t>
            </a:r>
          </a:p>
          <a:p>
            <a:endParaRPr lang="en-US" dirty="0"/>
          </a:p>
          <a:p>
            <a:pPr marL="171450" indent="-171450">
              <a:buFontTx/>
              <a:buChar char="-"/>
            </a:pPr>
            <a:r>
              <a:rPr lang="en-US" dirty="0"/>
              <a:t>Product</a:t>
            </a:r>
          </a:p>
          <a:p>
            <a:pPr marL="171450" indent="-171450">
              <a:buFontTx/>
              <a:buChar char="-"/>
            </a:pPr>
            <a:r>
              <a:rPr lang="en-US" dirty="0"/>
              <a:t>biomarker</a:t>
            </a:r>
          </a:p>
        </p:txBody>
      </p:sp>
      <p:sp>
        <p:nvSpPr>
          <p:cNvPr id="4" name="Slide Number Placeholder 3"/>
          <p:cNvSpPr>
            <a:spLocks noGrp="1"/>
          </p:cNvSpPr>
          <p:nvPr>
            <p:ph type="sldNum" sz="quarter" idx="5"/>
          </p:nvPr>
        </p:nvSpPr>
        <p:spPr/>
        <p:txBody>
          <a:bodyPr/>
          <a:lstStyle/>
          <a:p>
            <a:fld id="{F43544D7-0B39-BA43-B079-567B0CA35E9D}" type="slidenum">
              <a:rPr lang="en-US" smtClean="0"/>
              <a:t>15</a:t>
            </a:fld>
            <a:endParaRPr lang="en-US"/>
          </a:p>
        </p:txBody>
      </p:sp>
    </p:spTree>
    <p:extLst>
      <p:ext uri="{BB962C8B-B14F-4D97-AF65-F5344CB8AC3E}">
        <p14:creationId xmlns:p14="http://schemas.microsoft.com/office/powerpoint/2010/main" val="28694624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6.emf"/><Relationship Id="rId4"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jpe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2.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jpeg"/><Relationship Id="rId1" Type="http://schemas.openxmlformats.org/officeDocument/2006/relationships/slideMaster" Target="../slideMasters/slideMaster1.xml"/><Relationship Id="rId5" Type="http://schemas.openxmlformats.org/officeDocument/2006/relationships/image" Target="../media/image6.emf"/><Relationship Id="rId4" Type="http://schemas.openxmlformats.org/officeDocument/2006/relationships/image" Target="../media/image15.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20.svg"/><Relationship Id="rId4" Type="http://schemas.openxmlformats.org/officeDocument/2006/relationships/image" Target="../media/image19.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0.svg"/><Relationship Id="rId2" Type="http://schemas.openxmlformats.org/officeDocument/2006/relationships/image" Target="../media/image21.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 Id="rId5" Type="http://schemas.openxmlformats.org/officeDocument/2006/relationships/image" Target="../media/image20.svg"/><Relationship Id="rId4" Type="http://schemas.openxmlformats.org/officeDocument/2006/relationships/image" Target="../media/image1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F7C34D63-0E53-7546-BF8C-0FF3C514B9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7695" y="782637"/>
            <a:ext cx="3965621" cy="5310188"/>
          </a:xfrm>
          <a:prstGeom prst="rect">
            <a:avLst/>
          </a:prstGeom>
        </p:spPr>
      </p:pic>
      <p:sp>
        <p:nvSpPr>
          <p:cNvPr id="2" name="Title 1">
            <a:extLst>
              <a:ext uri="{FF2B5EF4-FFF2-40B4-BE49-F238E27FC236}">
                <a16:creationId xmlns:a16="http://schemas.microsoft.com/office/drawing/2014/main" id="{A5F57F84-ABC6-C943-8B8F-D1089C0A94CE}"/>
              </a:ext>
            </a:extLst>
          </p:cNvPr>
          <p:cNvSpPr>
            <a:spLocks noGrp="1"/>
          </p:cNvSpPr>
          <p:nvPr>
            <p:ph type="ctrTitle" hasCustomPrompt="1"/>
          </p:nvPr>
        </p:nvSpPr>
        <p:spPr>
          <a:xfrm>
            <a:off x="2731625" y="2229852"/>
            <a:ext cx="8620588" cy="1908327"/>
          </a:xfrm>
          <a:solidFill>
            <a:schemeClr val="bg1"/>
          </a:solidFill>
        </p:spPr>
        <p:txBody>
          <a:bodyPr anchor="b">
            <a:normAutofit/>
          </a:bodyPr>
          <a:lstStyle>
            <a:lvl1pPr algn="r">
              <a:defRPr sz="4000" b="1" i="0">
                <a:latin typeface="Gotham Bold" panose="02000604040000020004" pitchFamily="2" charset="0"/>
              </a:defRPr>
            </a:lvl1pPr>
          </a:lstStyle>
          <a:p>
            <a:r>
              <a:rPr lang="en-US" dirty="0"/>
              <a:t>CLICK TO EDIT MASTER TITLE STYLE</a:t>
            </a:r>
          </a:p>
        </p:txBody>
      </p:sp>
      <p:sp>
        <p:nvSpPr>
          <p:cNvPr id="3" name="Subtitle 2">
            <a:extLst>
              <a:ext uri="{FF2B5EF4-FFF2-40B4-BE49-F238E27FC236}">
                <a16:creationId xmlns:a16="http://schemas.microsoft.com/office/drawing/2014/main" id="{45975764-23D6-344F-A64C-7AAA425AED6B}"/>
              </a:ext>
            </a:extLst>
          </p:cNvPr>
          <p:cNvSpPr>
            <a:spLocks noGrp="1"/>
          </p:cNvSpPr>
          <p:nvPr>
            <p:ph type="subTitle" idx="1" hasCustomPrompt="1"/>
          </p:nvPr>
        </p:nvSpPr>
        <p:spPr>
          <a:xfrm>
            <a:off x="2731624" y="4230254"/>
            <a:ext cx="8620587" cy="1047599"/>
          </a:xfrm>
          <a:solidFill>
            <a:schemeClr val="bg1"/>
          </a:solidFill>
        </p:spPr>
        <p:txBody>
          <a:bodyPr lIns="0" rIns="0">
            <a:normAutofit/>
          </a:bodyPr>
          <a:lstStyle>
            <a:lvl1pPr marL="0" indent="0" algn="r">
              <a:lnSpc>
                <a:spcPct val="80000"/>
              </a:lnSpc>
              <a:spcBef>
                <a:spcPts val="0"/>
              </a:spcBef>
              <a:buNone/>
              <a:defRPr sz="16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7" name="Rectangle 6">
            <a:extLst>
              <a:ext uri="{FF2B5EF4-FFF2-40B4-BE49-F238E27FC236}">
                <a16:creationId xmlns:a16="http://schemas.microsoft.com/office/drawing/2014/main" id="{AF6590BA-5D4B-4149-A72F-0A9A574BF3B6}"/>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72E668D0-07AA-6245-8B88-1490E9848A40}"/>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53FA5C8E-035F-8949-9837-C9DEE72C545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312468" y="782636"/>
            <a:ext cx="2039743" cy="528823"/>
          </a:xfrm>
          <a:prstGeom prst="rect">
            <a:avLst/>
          </a:prstGeom>
        </p:spPr>
      </p:pic>
      <p:sp>
        <p:nvSpPr>
          <p:cNvPr id="13" name="Date Placeholder 4">
            <a:extLst>
              <a:ext uri="{FF2B5EF4-FFF2-40B4-BE49-F238E27FC236}">
                <a16:creationId xmlns:a16="http://schemas.microsoft.com/office/drawing/2014/main" id="{029FE39C-3D8A-9E41-A099-B780A92A26BD}"/>
              </a:ext>
            </a:extLst>
          </p:cNvPr>
          <p:cNvSpPr txBox="1">
            <a:spLocks/>
          </p:cNvSpPr>
          <p:nvPr userDrawn="1"/>
        </p:nvSpPr>
        <p:spPr>
          <a:xfrm>
            <a:off x="9460376" y="5723258"/>
            <a:ext cx="1891835" cy="388938"/>
          </a:xfrm>
          <a:prstGeom prst="rect">
            <a:avLst/>
          </a:prstGeom>
        </p:spPr>
        <p:txBody>
          <a:bodyPr lIns="0" tIns="0" rIns="0" bIns="0" anchor="b"/>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5FCFAE0-289F-436C-AAEE-D686D422AA3B}" type="datetime1">
              <a:rPr lang="zh-CN" altLang="en-US" sz="1200" b="1" smtClean="0">
                <a:solidFill>
                  <a:schemeClr val="accent1"/>
                </a:solidFill>
                <a:latin typeface="Gotham Book Regular" panose="02000603040000020004" pitchFamily="2" charset="77"/>
              </a:rPr>
              <a:pPr algn="r"/>
              <a:t>2025/7/6</a:t>
            </a:fld>
            <a:endParaRPr lang="zh-CN" altLang="en-US" sz="1200" b="1" dirty="0">
              <a:solidFill>
                <a:schemeClr val="accent1"/>
              </a:solidFill>
              <a:latin typeface="Gotham Book Regular" panose="02000603040000020004" pitchFamily="2" charset="77"/>
            </a:endParaRPr>
          </a:p>
        </p:txBody>
      </p:sp>
    </p:spTree>
    <p:extLst>
      <p:ext uri="{BB962C8B-B14F-4D97-AF65-F5344CB8AC3E}">
        <p14:creationId xmlns:p14="http://schemas.microsoft.com/office/powerpoint/2010/main" val="3142685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wall)">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669906D-CBBA-4B48-8228-3E98676EB109}"/>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l="7964" t="15070" r="1478" b="6364"/>
          <a:stretch/>
        </p:blipFill>
        <p:spPr>
          <a:xfrm>
            <a:off x="334963" y="0"/>
            <a:ext cx="11857037" cy="6858000"/>
          </a:xfrm>
          <a:prstGeom prst="rect">
            <a:avLst/>
          </a:prstGeom>
        </p:spPr>
      </p:pic>
      <p:sp>
        <p:nvSpPr>
          <p:cNvPr id="10" name="Rectangle 9">
            <a:extLst>
              <a:ext uri="{FF2B5EF4-FFF2-40B4-BE49-F238E27FC236}">
                <a16:creationId xmlns:a16="http://schemas.microsoft.com/office/drawing/2014/main" id="{1F1D25E2-A6BD-6C41-8D61-B7251B3A0AFA}"/>
              </a:ext>
            </a:extLst>
          </p:cNvPr>
          <p:cNvSpPr/>
          <p:nvPr userDrawn="1"/>
        </p:nvSpPr>
        <p:spPr>
          <a:xfrm>
            <a:off x="334963" y="-1"/>
            <a:ext cx="11857037" cy="6858001"/>
          </a:xfrm>
          <a:prstGeom prst="rect">
            <a:avLst/>
          </a:prstGeom>
          <a:solidFill>
            <a:schemeClr val="tx1">
              <a:alpha val="63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F57F84-ABC6-C943-8B8F-D1089C0A94CE}"/>
              </a:ext>
            </a:extLst>
          </p:cNvPr>
          <p:cNvSpPr>
            <a:spLocks noGrp="1"/>
          </p:cNvSpPr>
          <p:nvPr>
            <p:ph type="ctrTitle" hasCustomPrompt="1"/>
          </p:nvPr>
        </p:nvSpPr>
        <p:spPr>
          <a:xfrm>
            <a:off x="1216709" y="2277978"/>
            <a:ext cx="8620588" cy="1860201"/>
          </a:xfrm>
          <a:noFill/>
        </p:spPr>
        <p:txBody>
          <a:bodyPr anchor="b">
            <a:normAutofit/>
          </a:bodyPr>
          <a:lstStyle>
            <a:lvl1pPr algn="l">
              <a:defRPr sz="4000" b="1" i="0">
                <a:solidFill>
                  <a:schemeClr val="bg1"/>
                </a:solidFill>
                <a:latin typeface="Gotham Bold" panose="02000604040000020004" pitchFamily="2" charset="0"/>
              </a:defRPr>
            </a:lvl1pPr>
          </a:lstStyle>
          <a:p>
            <a:r>
              <a:rPr lang="en-US" dirty="0"/>
              <a:t>CLICK TO EDIT MASTER TITLE STYLE</a:t>
            </a:r>
          </a:p>
        </p:txBody>
      </p:sp>
      <p:sp>
        <p:nvSpPr>
          <p:cNvPr id="3" name="Subtitle 2">
            <a:extLst>
              <a:ext uri="{FF2B5EF4-FFF2-40B4-BE49-F238E27FC236}">
                <a16:creationId xmlns:a16="http://schemas.microsoft.com/office/drawing/2014/main" id="{45975764-23D6-344F-A64C-7AAA425AED6B}"/>
              </a:ext>
            </a:extLst>
          </p:cNvPr>
          <p:cNvSpPr>
            <a:spLocks noGrp="1"/>
          </p:cNvSpPr>
          <p:nvPr>
            <p:ph type="subTitle" idx="1" hasCustomPrompt="1"/>
          </p:nvPr>
        </p:nvSpPr>
        <p:spPr>
          <a:xfrm>
            <a:off x="1233269" y="4230254"/>
            <a:ext cx="8620587" cy="1095725"/>
          </a:xfrm>
          <a:noFill/>
        </p:spPr>
        <p:txBody>
          <a:bodyPr lIns="0" rIns="0">
            <a:normAutofit/>
          </a:bodyPr>
          <a:lstStyle>
            <a:lvl1pPr marL="0" indent="0" algn="l">
              <a:lnSpc>
                <a:spcPct val="80000"/>
              </a:lnSpc>
              <a:spcBef>
                <a:spcPts val="0"/>
              </a:spcBef>
              <a:buNone/>
              <a:defRPr sz="1600">
                <a:solidFill>
                  <a:schemeClr val="accen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7" name="Rectangle 6">
            <a:extLst>
              <a:ext uri="{FF2B5EF4-FFF2-40B4-BE49-F238E27FC236}">
                <a16:creationId xmlns:a16="http://schemas.microsoft.com/office/drawing/2014/main" id="{AF6590BA-5D4B-4149-A72F-0A9A574BF3B6}"/>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72E668D0-07AA-6245-8B88-1490E9848A40}"/>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5B2F4198-5AF4-844E-A5E4-9E7507CDFE81}"/>
              </a:ext>
            </a:extLst>
          </p:cNvPr>
          <p:cNvPicPr>
            <a:picLocks noChangeAspect="1"/>
          </p:cNvPicPr>
          <p:nvPr userDrawn="1"/>
        </p:nvPicPr>
        <p:blipFill>
          <a:blip r:embed="rId3"/>
          <a:stretch>
            <a:fillRect/>
          </a:stretch>
        </p:blipFill>
        <p:spPr>
          <a:xfrm>
            <a:off x="9310297" y="778142"/>
            <a:ext cx="2037529" cy="528824"/>
          </a:xfrm>
          <a:prstGeom prst="rect">
            <a:avLst/>
          </a:prstGeom>
        </p:spPr>
      </p:pic>
    </p:spTree>
    <p:extLst>
      <p:ext uri="{BB962C8B-B14F-4D97-AF65-F5344CB8AC3E}">
        <p14:creationId xmlns:p14="http://schemas.microsoft.com/office/powerpoint/2010/main" val="4046943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marathon)">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95EA959-ECFA-2247-ABF6-8D2CCDE6BF3B}"/>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t="5269" b="8105"/>
          <a:stretch/>
        </p:blipFill>
        <p:spPr>
          <a:xfrm>
            <a:off x="330773" y="0"/>
            <a:ext cx="11867107" cy="6858000"/>
          </a:xfrm>
          <a:prstGeom prst="rect">
            <a:avLst/>
          </a:prstGeom>
        </p:spPr>
      </p:pic>
      <p:sp>
        <p:nvSpPr>
          <p:cNvPr id="10" name="Rectangle 9">
            <a:extLst>
              <a:ext uri="{FF2B5EF4-FFF2-40B4-BE49-F238E27FC236}">
                <a16:creationId xmlns:a16="http://schemas.microsoft.com/office/drawing/2014/main" id="{1F1D25E2-A6BD-6C41-8D61-B7251B3A0AFA}"/>
              </a:ext>
            </a:extLst>
          </p:cNvPr>
          <p:cNvSpPr/>
          <p:nvPr userDrawn="1"/>
        </p:nvSpPr>
        <p:spPr>
          <a:xfrm>
            <a:off x="334963" y="0"/>
            <a:ext cx="11857037" cy="6858000"/>
          </a:xfrm>
          <a:prstGeom prst="rect">
            <a:avLst/>
          </a:prstGeom>
          <a:solidFill>
            <a:schemeClr val="tx1">
              <a:alpha val="63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F6590BA-5D4B-4149-A72F-0A9A574BF3B6}"/>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72E668D0-07AA-6245-8B88-1490E9848A40}"/>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DA64D0BB-5C69-CB46-AD07-A7E2E0BE5F7E}"/>
              </a:ext>
            </a:extLst>
          </p:cNvPr>
          <p:cNvPicPr>
            <a:picLocks noChangeAspect="1"/>
          </p:cNvPicPr>
          <p:nvPr userDrawn="1"/>
        </p:nvPicPr>
        <p:blipFill>
          <a:blip r:embed="rId3"/>
          <a:stretch>
            <a:fillRect/>
          </a:stretch>
        </p:blipFill>
        <p:spPr>
          <a:xfrm>
            <a:off x="9310297" y="778142"/>
            <a:ext cx="2037529" cy="528824"/>
          </a:xfrm>
          <a:prstGeom prst="rect">
            <a:avLst/>
          </a:prstGeom>
        </p:spPr>
      </p:pic>
      <p:sp>
        <p:nvSpPr>
          <p:cNvPr id="13" name="Title 1">
            <a:extLst>
              <a:ext uri="{FF2B5EF4-FFF2-40B4-BE49-F238E27FC236}">
                <a16:creationId xmlns:a16="http://schemas.microsoft.com/office/drawing/2014/main" id="{C0184D5E-404E-8041-8885-A0613B4579AA}"/>
              </a:ext>
            </a:extLst>
          </p:cNvPr>
          <p:cNvSpPr>
            <a:spLocks noGrp="1"/>
          </p:cNvSpPr>
          <p:nvPr>
            <p:ph type="ctrTitle" hasCustomPrompt="1"/>
          </p:nvPr>
        </p:nvSpPr>
        <p:spPr>
          <a:xfrm>
            <a:off x="1216709" y="2277978"/>
            <a:ext cx="8620588" cy="1860201"/>
          </a:xfrm>
          <a:noFill/>
        </p:spPr>
        <p:txBody>
          <a:bodyPr anchor="b">
            <a:normAutofit/>
          </a:bodyPr>
          <a:lstStyle>
            <a:lvl1pPr algn="l">
              <a:defRPr sz="4000" b="1" i="0">
                <a:solidFill>
                  <a:schemeClr val="bg1"/>
                </a:solidFill>
                <a:latin typeface="Gotham Bold" panose="02000604040000020004" pitchFamily="2" charset="0"/>
              </a:defRPr>
            </a:lvl1pPr>
          </a:lstStyle>
          <a:p>
            <a:r>
              <a:rPr lang="en-US" dirty="0"/>
              <a:t>CLICK TO EDIT MASTER TITLE STYLE</a:t>
            </a:r>
          </a:p>
        </p:txBody>
      </p:sp>
      <p:sp>
        <p:nvSpPr>
          <p:cNvPr id="14" name="Subtitle 2">
            <a:extLst>
              <a:ext uri="{FF2B5EF4-FFF2-40B4-BE49-F238E27FC236}">
                <a16:creationId xmlns:a16="http://schemas.microsoft.com/office/drawing/2014/main" id="{D93F3803-1EB6-2A41-830E-4A230ADDD013}"/>
              </a:ext>
            </a:extLst>
          </p:cNvPr>
          <p:cNvSpPr>
            <a:spLocks noGrp="1"/>
          </p:cNvSpPr>
          <p:nvPr>
            <p:ph type="subTitle" idx="1" hasCustomPrompt="1"/>
          </p:nvPr>
        </p:nvSpPr>
        <p:spPr>
          <a:xfrm>
            <a:off x="1233269" y="4230254"/>
            <a:ext cx="8620587" cy="1095725"/>
          </a:xfrm>
          <a:noFill/>
        </p:spPr>
        <p:txBody>
          <a:bodyPr lIns="0" rIns="0">
            <a:normAutofit/>
          </a:bodyPr>
          <a:lstStyle>
            <a:lvl1pPr marL="0" indent="0" algn="l">
              <a:lnSpc>
                <a:spcPct val="80000"/>
              </a:lnSpc>
              <a:spcBef>
                <a:spcPts val="0"/>
              </a:spcBef>
              <a:buNone/>
              <a:defRPr sz="1600">
                <a:solidFill>
                  <a:schemeClr val="accen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Tree>
    <p:extLst>
      <p:ext uri="{BB962C8B-B14F-4D97-AF65-F5344CB8AC3E}">
        <p14:creationId xmlns:p14="http://schemas.microsoft.com/office/powerpoint/2010/main" val="2668643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E9A58DAA-0AD9-EA47-A293-801F5B938BE0}"/>
              </a:ext>
            </a:extLst>
          </p:cNvPr>
          <p:cNvPicPr>
            <a:picLocks noChangeAspect="1"/>
          </p:cNvPicPr>
          <p:nvPr userDrawn="1"/>
        </p:nvPicPr>
        <p:blipFill>
          <a:blip r:embed="rId2"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45008" y="765174"/>
            <a:ext cx="8035672" cy="5327651"/>
          </a:xfrm>
          <a:prstGeom prst="rect">
            <a:avLst/>
          </a:prstGeom>
        </p:spPr>
      </p:pic>
      <p:sp>
        <p:nvSpPr>
          <p:cNvPr id="3" name="Text Placeholder 2">
            <a:extLst>
              <a:ext uri="{FF2B5EF4-FFF2-40B4-BE49-F238E27FC236}">
                <a16:creationId xmlns:a16="http://schemas.microsoft.com/office/drawing/2014/main" id="{6485314C-4838-8945-BA73-A7D02315C109}"/>
              </a:ext>
            </a:extLst>
          </p:cNvPr>
          <p:cNvSpPr>
            <a:spLocks noGrp="1"/>
          </p:cNvSpPr>
          <p:nvPr>
            <p:ph type="body" idx="1" hasCustomPrompt="1"/>
          </p:nvPr>
        </p:nvSpPr>
        <p:spPr>
          <a:xfrm>
            <a:off x="2160171" y="3348903"/>
            <a:ext cx="9187276" cy="1500187"/>
          </a:xfrm>
        </p:spPr>
        <p:txBody>
          <a:bodyPr lIns="0" tIns="72000" rIns="0" bIns="0">
            <a:normAutofit/>
          </a:bodyPr>
          <a:lstStyle>
            <a:lvl1pPr marL="0" indent="0">
              <a:lnSpc>
                <a:spcPct val="80000"/>
              </a:lnSpc>
              <a:spcBef>
                <a:spcPts val="0"/>
              </a:spcBef>
              <a:buNone/>
              <a:defRPr sz="1800">
                <a:solidFill>
                  <a:schemeClr val="bg2">
                    <a:lumMod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EDIT </a:t>
            </a:r>
          </a:p>
          <a:p>
            <a:pPr lvl="0"/>
            <a:r>
              <a:rPr lang="en-US" dirty="0"/>
              <a:t>SUBHEADER</a:t>
            </a:r>
          </a:p>
        </p:txBody>
      </p:sp>
      <p:sp>
        <p:nvSpPr>
          <p:cNvPr id="2" name="Title 1">
            <a:extLst>
              <a:ext uri="{FF2B5EF4-FFF2-40B4-BE49-F238E27FC236}">
                <a16:creationId xmlns:a16="http://schemas.microsoft.com/office/drawing/2014/main" id="{B3B9B89D-56DE-004D-80ED-B2541B2268A3}"/>
              </a:ext>
            </a:extLst>
          </p:cNvPr>
          <p:cNvSpPr>
            <a:spLocks noGrp="1"/>
          </p:cNvSpPr>
          <p:nvPr>
            <p:ph type="title" hasCustomPrompt="1"/>
          </p:nvPr>
        </p:nvSpPr>
        <p:spPr>
          <a:xfrm>
            <a:off x="2160171" y="1802671"/>
            <a:ext cx="9187280" cy="1519338"/>
          </a:xfrm>
        </p:spPr>
        <p:txBody>
          <a:bodyPr anchor="b">
            <a:normAutofit/>
          </a:bodyPr>
          <a:lstStyle>
            <a:lvl1pPr>
              <a:defRPr sz="3600">
                <a:solidFill>
                  <a:schemeClr val="tx1"/>
                </a:solidFill>
              </a:defRPr>
            </a:lvl1pPr>
          </a:lstStyle>
          <a:p>
            <a:r>
              <a:rPr lang="en-US" dirty="0"/>
              <a:t>CLICK TO UPDATE TITLE</a:t>
            </a:r>
          </a:p>
        </p:txBody>
      </p:sp>
      <p:sp>
        <p:nvSpPr>
          <p:cNvPr id="5" name="Title 1">
            <a:extLst>
              <a:ext uri="{FF2B5EF4-FFF2-40B4-BE49-F238E27FC236}">
                <a16:creationId xmlns:a16="http://schemas.microsoft.com/office/drawing/2014/main" id="{DD155C1A-0EB8-754C-ABD3-65EBDBF229A4}"/>
              </a:ext>
            </a:extLst>
          </p:cNvPr>
          <p:cNvSpPr txBox="1">
            <a:spLocks/>
          </p:cNvSpPr>
          <p:nvPr userDrawn="1"/>
        </p:nvSpPr>
        <p:spPr>
          <a:xfrm>
            <a:off x="1206291" y="2841040"/>
            <a:ext cx="953882" cy="1175920"/>
          </a:xfrm>
          <a:prstGeom prst="rect">
            <a:avLst/>
          </a:prstGeom>
        </p:spPr>
        <p:txBody>
          <a:bodyPr vert="horz" lIns="0" tIns="0" rIns="0" bIns="0" rtlCol="0" anchor="t">
            <a:noAutofit/>
          </a:bodyPr>
          <a:lstStyle>
            <a:lvl1pPr algn="ctr" defTabSz="914377" rtl="0" eaLnBrk="1" latinLnBrk="0" hangingPunct="1">
              <a:lnSpc>
                <a:spcPct val="80000"/>
              </a:lnSpc>
              <a:spcBef>
                <a:spcPct val="0"/>
              </a:spcBef>
              <a:buNone/>
              <a:defRPr sz="3600" b="1" i="0" kern="1200">
                <a:solidFill>
                  <a:schemeClr val="tx1"/>
                </a:solidFill>
                <a:latin typeface="Gotham Bold" panose="02000604040000020004" pitchFamily="2" charset="0"/>
                <a:ea typeface="+mj-ea"/>
                <a:cs typeface="+mj-cs"/>
              </a:defRPr>
            </a:lvl1pPr>
          </a:lstStyle>
          <a:p>
            <a:pPr algn="l"/>
            <a:r>
              <a:rPr lang="zh-CN" altLang="en-US" sz="4400" dirty="0">
                <a:solidFill>
                  <a:schemeClr val="accent1"/>
                </a:solidFill>
                <a:latin typeface="Heiti SC Light" charset="-122"/>
                <a:ea typeface="Heiti SC Light" charset="-122"/>
                <a:cs typeface="Heiti SC Light" charset="-122"/>
              </a:rPr>
              <a:t>概述</a:t>
            </a:r>
            <a:endParaRPr lang="en-US" sz="4400" dirty="0">
              <a:solidFill>
                <a:schemeClr val="accent1"/>
              </a:solidFill>
              <a:latin typeface="Heiti SC Light" charset="-122"/>
              <a:ea typeface="Heiti SC Light" charset="-122"/>
              <a:cs typeface="Heiti SC Light" charset="-122"/>
            </a:endParaRPr>
          </a:p>
        </p:txBody>
      </p:sp>
      <p:cxnSp>
        <p:nvCxnSpPr>
          <p:cNvPr id="7" name="Straight Connector 6">
            <a:extLst>
              <a:ext uri="{FF2B5EF4-FFF2-40B4-BE49-F238E27FC236}">
                <a16:creationId xmlns:a16="http://schemas.microsoft.com/office/drawing/2014/main" id="{657F3C09-F55A-C743-8A01-53A8322D5503}"/>
              </a:ext>
            </a:extLst>
          </p:cNvPr>
          <p:cNvCxnSpPr>
            <a:cxnSpLocks/>
          </p:cNvCxnSpPr>
          <p:nvPr userDrawn="1"/>
        </p:nvCxnSpPr>
        <p:spPr>
          <a:xfrm>
            <a:off x="1951720" y="2675184"/>
            <a:ext cx="0" cy="129365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853717DF-092E-1747-9215-46B8671EF7B3}"/>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a:extLst>
              <a:ext uri="{FF2B5EF4-FFF2-40B4-BE49-F238E27FC236}">
                <a16:creationId xmlns:a16="http://schemas.microsoft.com/office/drawing/2014/main" id="{34D22576-494B-4840-B7E8-8E0CDDDABB45}"/>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80792894-9C09-8942-8E9A-A10D2AFF8E7A}"/>
              </a:ext>
            </a:extLst>
          </p:cNvPr>
          <p:cNvPicPr>
            <a:picLocks noChangeAspect="1"/>
          </p:cNvPicPr>
          <p:nvPr userDrawn="1"/>
        </p:nvPicPr>
        <p:blipFill>
          <a:blip r:embed="rId4"/>
          <a:stretch>
            <a:fillRect/>
          </a:stretch>
        </p:blipFill>
        <p:spPr>
          <a:xfrm>
            <a:off x="10706944" y="6228012"/>
            <a:ext cx="990038" cy="256956"/>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E9A58DAA-0AD9-EA47-A293-801F5B938BE0}"/>
              </a:ext>
            </a:extLst>
          </p:cNvPr>
          <p:cNvPicPr>
            <a:picLocks noChangeAspect="1"/>
          </p:cNvPicPr>
          <p:nvPr userDrawn="1"/>
        </p:nvPicPr>
        <p:blipFill>
          <a:blip r:embed="rId2"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45008" y="765174"/>
            <a:ext cx="8035672" cy="5327651"/>
          </a:xfrm>
          <a:prstGeom prst="rect">
            <a:avLst/>
          </a:prstGeom>
        </p:spPr>
      </p:pic>
      <p:sp>
        <p:nvSpPr>
          <p:cNvPr id="3" name="Text Placeholder 2">
            <a:extLst>
              <a:ext uri="{FF2B5EF4-FFF2-40B4-BE49-F238E27FC236}">
                <a16:creationId xmlns:a16="http://schemas.microsoft.com/office/drawing/2014/main" id="{6485314C-4838-8945-BA73-A7D02315C109}"/>
              </a:ext>
            </a:extLst>
          </p:cNvPr>
          <p:cNvSpPr>
            <a:spLocks noGrp="1"/>
          </p:cNvSpPr>
          <p:nvPr>
            <p:ph type="body" idx="1" hasCustomPrompt="1"/>
          </p:nvPr>
        </p:nvSpPr>
        <p:spPr>
          <a:xfrm>
            <a:off x="2160171" y="3348903"/>
            <a:ext cx="9187276" cy="1500187"/>
          </a:xfrm>
        </p:spPr>
        <p:txBody>
          <a:bodyPr lIns="0" tIns="72000" rIns="0" bIns="0">
            <a:normAutofit/>
          </a:bodyPr>
          <a:lstStyle>
            <a:lvl1pPr marL="0" indent="0">
              <a:lnSpc>
                <a:spcPct val="80000"/>
              </a:lnSpc>
              <a:spcBef>
                <a:spcPts val="0"/>
              </a:spcBef>
              <a:buNone/>
              <a:defRPr sz="1800">
                <a:solidFill>
                  <a:schemeClr val="bg2">
                    <a:lumMod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EDIT </a:t>
            </a:r>
          </a:p>
          <a:p>
            <a:pPr lvl="0"/>
            <a:r>
              <a:rPr lang="en-US" dirty="0"/>
              <a:t>SUBHEADER</a:t>
            </a:r>
          </a:p>
        </p:txBody>
      </p:sp>
      <p:sp>
        <p:nvSpPr>
          <p:cNvPr id="2" name="Title 1">
            <a:extLst>
              <a:ext uri="{FF2B5EF4-FFF2-40B4-BE49-F238E27FC236}">
                <a16:creationId xmlns:a16="http://schemas.microsoft.com/office/drawing/2014/main" id="{B3B9B89D-56DE-004D-80ED-B2541B2268A3}"/>
              </a:ext>
            </a:extLst>
          </p:cNvPr>
          <p:cNvSpPr>
            <a:spLocks noGrp="1"/>
          </p:cNvSpPr>
          <p:nvPr>
            <p:ph type="title" hasCustomPrompt="1"/>
          </p:nvPr>
        </p:nvSpPr>
        <p:spPr>
          <a:xfrm>
            <a:off x="2160171" y="1802671"/>
            <a:ext cx="9187280" cy="1519338"/>
          </a:xfrm>
        </p:spPr>
        <p:txBody>
          <a:bodyPr anchor="b">
            <a:normAutofit/>
          </a:bodyPr>
          <a:lstStyle>
            <a:lvl1pPr>
              <a:defRPr sz="3600">
                <a:solidFill>
                  <a:schemeClr val="tx1"/>
                </a:solidFill>
              </a:defRPr>
            </a:lvl1pPr>
          </a:lstStyle>
          <a:p>
            <a:r>
              <a:rPr lang="en-US" dirty="0"/>
              <a:t>CLICK TO UPDATE TITLE</a:t>
            </a:r>
          </a:p>
        </p:txBody>
      </p:sp>
      <p:sp>
        <p:nvSpPr>
          <p:cNvPr id="5" name="Title 1">
            <a:extLst>
              <a:ext uri="{FF2B5EF4-FFF2-40B4-BE49-F238E27FC236}">
                <a16:creationId xmlns:a16="http://schemas.microsoft.com/office/drawing/2014/main" id="{DD155C1A-0EB8-754C-ABD3-65EBDBF229A4}"/>
              </a:ext>
            </a:extLst>
          </p:cNvPr>
          <p:cNvSpPr txBox="1">
            <a:spLocks/>
          </p:cNvSpPr>
          <p:nvPr userDrawn="1"/>
        </p:nvSpPr>
        <p:spPr>
          <a:xfrm>
            <a:off x="1206291" y="2841040"/>
            <a:ext cx="953882" cy="1175920"/>
          </a:xfrm>
          <a:prstGeom prst="rect">
            <a:avLst/>
          </a:prstGeom>
        </p:spPr>
        <p:txBody>
          <a:bodyPr vert="horz" lIns="0" tIns="0" rIns="0" bIns="0" rtlCol="0" anchor="t">
            <a:noAutofit/>
          </a:bodyPr>
          <a:lstStyle>
            <a:lvl1pPr algn="ctr" defTabSz="914377" rtl="0" eaLnBrk="1" latinLnBrk="0" hangingPunct="1">
              <a:lnSpc>
                <a:spcPct val="80000"/>
              </a:lnSpc>
              <a:spcBef>
                <a:spcPct val="0"/>
              </a:spcBef>
              <a:buNone/>
              <a:defRPr sz="3600" b="1" i="0" kern="1200">
                <a:solidFill>
                  <a:schemeClr val="tx1"/>
                </a:solidFill>
                <a:latin typeface="Gotham Bold" panose="02000604040000020004" pitchFamily="2" charset="0"/>
                <a:ea typeface="+mj-ea"/>
                <a:cs typeface="+mj-cs"/>
              </a:defRPr>
            </a:lvl1pPr>
          </a:lstStyle>
          <a:p>
            <a:pPr algn="l"/>
            <a:r>
              <a:rPr lang="en-US" sz="8800" dirty="0">
                <a:solidFill>
                  <a:schemeClr val="accent1"/>
                </a:solidFill>
                <a:latin typeface="Gotham Book Regular" panose="02000603040000020004" pitchFamily="2" charset="77"/>
              </a:rPr>
              <a:t>1</a:t>
            </a:r>
          </a:p>
        </p:txBody>
      </p:sp>
      <p:cxnSp>
        <p:nvCxnSpPr>
          <p:cNvPr id="7" name="Straight Connector 6">
            <a:extLst>
              <a:ext uri="{FF2B5EF4-FFF2-40B4-BE49-F238E27FC236}">
                <a16:creationId xmlns:a16="http://schemas.microsoft.com/office/drawing/2014/main" id="{657F3C09-F55A-C743-8A01-53A8322D5503}"/>
              </a:ext>
            </a:extLst>
          </p:cNvPr>
          <p:cNvCxnSpPr>
            <a:cxnSpLocks/>
          </p:cNvCxnSpPr>
          <p:nvPr userDrawn="1"/>
        </p:nvCxnSpPr>
        <p:spPr>
          <a:xfrm>
            <a:off x="1951720" y="2675184"/>
            <a:ext cx="0" cy="129365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853717DF-092E-1747-9215-46B8671EF7B3}"/>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a:extLst>
              <a:ext uri="{FF2B5EF4-FFF2-40B4-BE49-F238E27FC236}">
                <a16:creationId xmlns:a16="http://schemas.microsoft.com/office/drawing/2014/main" id="{34D22576-494B-4840-B7E8-8E0CDDDABB45}"/>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80792894-9C09-8942-8E9A-A10D2AFF8E7A}"/>
              </a:ext>
            </a:extLst>
          </p:cNvPr>
          <p:cNvPicPr>
            <a:picLocks noChangeAspect="1"/>
          </p:cNvPicPr>
          <p:nvPr userDrawn="1"/>
        </p:nvPicPr>
        <p:blipFill>
          <a:blip r:embed="rId4"/>
          <a:stretch>
            <a:fillRect/>
          </a:stretch>
        </p:blipFill>
        <p:spPr>
          <a:xfrm>
            <a:off x="10706944" y="6228012"/>
            <a:ext cx="990038" cy="256956"/>
          </a:xfrm>
          <a:prstGeom prst="rect">
            <a:avLst/>
          </a:prstGeom>
        </p:spPr>
      </p:pic>
    </p:spTree>
    <p:extLst>
      <p:ext uri="{BB962C8B-B14F-4D97-AF65-F5344CB8AC3E}">
        <p14:creationId xmlns:p14="http://schemas.microsoft.com/office/powerpoint/2010/main" val="4148142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1_Section Header Imag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94BE05F-404E-404F-BD00-67110272CF76}"/>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t="10152" b="3045"/>
          <a:stretch/>
        </p:blipFill>
        <p:spPr>
          <a:xfrm>
            <a:off x="334962" y="-1"/>
            <a:ext cx="11851106" cy="6858000"/>
          </a:xfrm>
          <a:prstGeom prst="rect">
            <a:avLst/>
          </a:prstGeom>
        </p:spPr>
      </p:pic>
      <p:sp>
        <p:nvSpPr>
          <p:cNvPr id="14" name="Rectangle 13">
            <a:extLst>
              <a:ext uri="{FF2B5EF4-FFF2-40B4-BE49-F238E27FC236}">
                <a16:creationId xmlns:a16="http://schemas.microsoft.com/office/drawing/2014/main" id="{21027BE6-B7F3-BF42-94BF-D54E06280F68}"/>
              </a:ext>
            </a:extLst>
          </p:cNvPr>
          <p:cNvSpPr/>
          <p:nvPr userDrawn="1"/>
        </p:nvSpPr>
        <p:spPr>
          <a:xfrm>
            <a:off x="334964" y="0"/>
            <a:ext cx="11857036" cy="6857999"/>
          </a:xfrm>
          <a:prstGeom prst="rect">
            <a:avLst/>
          </a:prstGeom>
          <a:solidFill>
            <a:schemeClr val="tx1">
              <a:alpha val="63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1" name="Graphic 10">
            <a:extLst>
              <a:ext uri="{FF2B5EF4-FFF2-40B4-BE49-F238E27FC236}">
                <a16:creationId xmlns:a16="http://schemas.microsoft.com/office/drawing/2014/main" id="{E9A58DAA-0AD9-EA47-A293-801F5B938BE0}"/>
              </a:ext>
            </a:extLst>
          </p:cNvPr>
          <p:cNvPicPr>
            <a:picLocks noChangeAspect="1"/>
          </p:cNvPicPr>
          <p:nvPr userDrawn="1"/>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45008" y="765174"/>
            <a:ext cx="8035672" cy="5327651"/>
          </a:xfrm>
          <a:prstGeom prst="rect">
            <a:avLst/>
          </a:prstGeom>
        </p:spPr>
      </p:pic>
      <p:sp>
        <p:nvSpPr>
          <p:cNvPr id="3" name="Text Placeholder 2">
            <a:extLst>
              <a:ext uri="{FF2B5EF4-FFF2-40B4-BE49-F238E27FC236}">
                <a16:creationId xmlns:a16="http://schemas.microsoft.com/office/drawing/2014/main" id="{6485314C-4838-8945-BA73-A7D02315C109}"/>
              </a:ext>
            </a:extLst>
          </p:cNvPr>
          <p:cNvSpPr>
            <a:spLocks noGrp="1"/>
          </p:cNvSpPr>
          <p:nvPr>
            <p:ph type="body" idx="1" hasCustomPrompt="1"/>
          </p:nvPr>
        </p:nvSpPr>
        <p:spPr>
          <a:xfrm>
            <a:off x="2160171" y="3348903"/>
            <a:ext cx="9187276" cy="1500187"/>
          </a:xfrm>
        </p:spPr>
        <p:txBody>
          <a:bodyPr lIns="0" tIns="72000" rIns="0" bIns="0">
            <a:normAutofit/>
          </a:bodyPr>
          <a:lstStyle>
            <a:lvl1pPr marL="0" indent="0">
              <a:lnSpc>
                <a:spcPct val="80000"/>
              </a:lnSpc>
              <a:spcBef>
                <a:spcPts val="0"/>
              </a:spcBef>
              <a:buNone/>
              <a:defRPr sz="1800">
                <a:solidFill>
                  <a:schemeClr val="bg2">
                    <a:lumMod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EDIT </a:t>
            </a:r>
          </a:p>
          <a:p>
            <a:pPr lvl="0"/>
            <a:r>
              <a:rPr lang="en-US" dirty="0"/>
              <a:t>SUBHEADER</a:t>
            </a:r>
          </a:p>
        </p:txBody>
      </p:sp>
      <p:sp>
        <p:nvSpPr>
          <p:cNvPr id="2" name="Title 1">
            <a:extLst>
              <a:ext uri="{FF2B5EF4-FFF2-40B4-BE49-F238E27FC236}">
                <a16:creationId xmlns:a16="http://schemas.microsoft.com/office/drawing/2014/main" id="{B3B9B89D-56DE-004D-80ED-B2541B2268A3}"/>
              </a:ext>
            </a:extLst>
          </p:cNvPr>
          <p:cNvSpPr>
            <a:spLocks noGrp="1"/>
          </p:cNvSpPr>
          <p:nvPr>
            <p:ph type="title" hasCustomPrompt="1"/>
          </p:nvPr>
        </p:nvSpPr>
        <p:spPr>
          <a:xfrm>
            <a:off x="2160171" y="1802671"/>
            <a:ext cx="9187280" cy="1519338"/>
          </a:xfrm>
        </p:spPr>
        <p:txBody>
          <a:bodyPr anchor="b">
            <a:normAutofit/>
          </a:bodyPr>
          <a:lstStyle>
            <a:lvl1pPr>
              <a:defRPr sz="3600">
                <a:solidFill>
                  <a:schemeClr val="bg1"/>
                </a:solidFill>
              </a:defRPr>
            </a:lvl1pPr>
          </a:lstStyle>
          <a:p>
            <a:r>
              <a:rPr lang="en-US" dirty="0"/>
              <a:t>CLICK TO UPDATE TITLE</a:t>
            </a:r>
          </a:p>
        </p:txBody>
      </p:sp>
      <p:sp>
        <p:nvSpPr>
          <p:cNvPr id="5" name="Title 1">
            <a:extLst>
              <a:ext uri="{FF2B5EF4-FFF2-40B4-BE49-F238E27FC236}">
                <a16:creationId xmlns:a16="http://schemas.microsoft.com/office/drawing/2014/main" id="{DD155C1A-0EB8-754C-ABD3-65EBDBF229A4}"/>
              </a:ext>
            </a:extLst>
          </p:cNvPr>
          <p:cNvSpPr txBox="1">
            <a:spLocks/>
          </p:cNvSpPr>
          <p:nvPr userDrawn="1"/>
        </p:nvSpPr>
        <p:spPr>
          <a:xfrm>
            <a:off x="1206291" y="2841040"/>
            <a:ext cx="953882" cy="1175920"/>
          </a:xfrm>
          <a:prstGeom prst="rect">
            <a:avLst/>
          </a:prstGeom>
        </p:spPr>
        <p:txBody>
          <a:bodyPr vert="horz" lIns="0" tIns="0" rIns="0" bIns="0" rtlCol="0" anchor="t">
            <a:noAutofit/>
          </a:bodyPr>
          <a:lstStyle>
            <a:lvl1pPr algn="ctr" defTabSz="914377" rtl="0" eaLnBrk="1" latinLnBrk="0" hangingPunct="1">
              <a:lnSpc>
                <a:spcPct val="80000"/>
              </a:lnSpc>
              <a:spcBef>
                <a:spcPct val="0"/>
              </a:spcBef>
              <a:buNone/>
              <a:defRPr sz="3600" b="1" i="0" kern="1200">
                <a:solidFill>
                  <a:schemeClr val="tx1"/>
                </a:solidFill>
                <a:latin typeface="Gotham Bold" panose="02000604040000020004" pitchFamily="2" charset="0"/>
                <a:ea typeface="+mj-ea"/>
                <a:cs typeface="+mj-cs"/>
              </a:defRPr>
            </a:lvl1pPr>
          </a:lstStyle>
          <a:p>
            <a:pPr algn="l"/>
            <a:r>
              <a:rPr lang="en-US" sz="8800" dirty="0">
                <a:solidFill>
                  <a:schemeClr val="accent1"/>
                </a:solidFill>
                <a:latin typeface="Gotham Book Regular" panose="02000603040000020004" pitchFamily="2" charset="77"/>
              </a:rPr>
              <a:t>1</a:t>
            </a:r>
          </a:p>
        </p:txBody>
      </p:sp>
      <p:cxnSp>
        <p:nvCxnSpPr>
          <p:cNvPr id="7" name="Straight Connector 6">
            <a:extLst>
              <a:ext uri="{FF2B5EF4-FFF2-40B4-BE49-F238E27FC236}">
                <a16:creationId xmlns:a16="http://schemas.microsoft.com/office/drawing/2014/main" id="{657F3C09-F55A-C743-8A01-53A8322D5503}"/>
              </a:ext>
            </a:extLst>
          </p:cNvPr>
          <p:cNvCxnSpPr>
            <a:cxnSpLocks/>
          </p:cNvCxnSpPr>
          <p:nvPr userDrawn="1"/>
        </p:nvCxnSpPr>
        <p:spPr>
          <a:xfrm>
            <a:off x="1951720" y="2675184"/>
            <a:ext cx="0" cy="129365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853717DF-092E-1747-9215-46B8671EF7B3}"/>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a:extLst>
              <a:ext uri="{FF2B5EF4-FFF2-40B4-BE49-F238E27FC236}">
                <a16:creationId xmlns:a16="http://schemas.microsoft.com/office/drawing/2014/main" id="{34D22576-494B-4840-B7E8-8E0CDDDABB45}"/>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80792894-9C09-8942-8E9A-A10D2AFF8E7A}"/>
              </a:ext>
            </a:extLst>
          </p:cNvPr>
          <p:cNvPicPr>
            <a:picLocks noChangeAspect="1"/>
          </p:cNvPicPr>
          <p:nvPr userDrawn="1"/>
        </p:nvPicPr>
        <p:blipFill>
          <a:blip r:embed="rId5"/>
          <a:stretch>
            <a:fillRect/>
          </a:stretch>
        </p:blipFill>
        <p:spPr>
          <a:xfrm>
            <a:off x="10706944" y="6228012"/>
            <a:ext cx="990038" cy="256956"/>
          </a:xfrm>
          <a:prstGeom prst="rect">
            <a:avLst/>
          </a:prstGeom>
        </p:spPr>
      </p:pic>
    </p:spTree>
    <p:extLst>
      <p:ext uri="{BB962C8B-B14F-4D97-AF65-F5344CB8AC3E}">
        <p14:creationId xmlns:p14="http://schemas.microsoft.com/office/powerpoint/2010/main" val="255878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80767ED3-C3D4-274A-913D-AA76599AF84F}"/>
              </a:ext>
            </a:extLst>
          </p:cNvPr>
          <p:cNvPicPr>
            <a:picLocks noChangeAspect="1"/>
          </p:cNvPicPr>
          <p:nvPr userDrawn="1"/>
        </p:nvPicPr>
        <p:blipFill>
          <a:blip r:embed="rId2"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15004" y="765174"/>
            <a:ext cx="6191154" cy="5327651"/>
          </a:xfrm>
          <a:prstGeom prst="rect">
            <a:avLst/>
          </a:prstGeom>
        </p:spPr>
      </p:pic>
      <p:sp>
        <p:nvSpPr>
          <p:cNvPr id="3" name="Text Placeholder 2">
            <a:extLst>
              <a:ext uri="{FF2B5EF4-FFF2-40B4-BE49-F238E27FC236}">
                <a16:creationId xmlns:a16="http://schemas.microsoft.com/office/drawing/2014/main" id="{6485314C-4838-8945-BA73-A7D02315C109}"/>
              </a:ext>
            </a:extLst>
          </p:cNvPr>
          <p:cNvSpPr>
            <a:spLocks noGrp="1"/>
          </p:cNvSpPr>
          <p:nvPr>
            <p:ph type="body" idx="1" hasCustomPrompt="1"/>
          </p:nvPr>
        </p:nvSpPr>
        <p:spPr>
          <a:xfrm>
            <a:off x="2160171" y="3348903"/>
            <a:ext cx="9187276" cy="1500187"/>
          </a:xfrm>
        </p:spPr>
        <p:txBody>
          <a:bodyPr lIns="0" tIns="72000" rIns="0" bIns="0">
            <a:normAutofit/>
          </a:bodyPr>
          <a:lstStyle>
            <a:lvl1pPr marL="0" indent="0">
              <a:lnSpc>
                <a:spcPct val="80000"/>
              </a:lnSpc>
              <a:spcBef>
                <a:spcPts val="0"/>
              </a:spcBef>
              <a:buNone/>
              <a:defRPr sz="1800">
                <a:solidFill>
                  <a:schemeClr val="bg2">
                    <a:lumMod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EDIT </a:t>
            </a:r>
          </a:p>
          <a:p>
            <a:pPr lvl="0"/>
            <a:r>
              <a:rPr lang="en-US" dirty="0"/>
              <a:t>SUBHEADER</a:t>
            </a:r>
          </a:p>
        </p:txBody>
      </p:sp>
      <p:sp>
        <p:nvSpPr>
          <p:cNvPr id="2" name="Title 1">
            <a:extLst>
              <a:ext uri="{FF2B5EF4-FFF2-40B4-BE49-F238E27FC236}">
                <a16:creationId xmlns:a16="http://schemas.microsoft.com/office/drawing/2014/main" id="{B3B9B89D-56DE-004D-80ED-B2541B2268A3}"/>
              </a:ext>
            </a:extLst>
          </p:cNvPr>
          <p:cNvSpPr>
            <a:spLocks noGrp="1"/>
          </p:cNvSpPr>
          <p:nvPr>
            <p:ph type="title" hasCustomPrompt="1"/>
          </p:nvPr>
        </p:nvSpPr>
        <p:spPr>
          <a:xfrm>
            <a:off x="2160171" y="1802671"/>
            <a:ext cx="9187280" cy="1519338"/>
          </a:xfrm>
        </p:spPr>
        <p:txBody>
          <a:bodyPr anchor="b">
            <a:normAutofit/>
          </a:bodyPr>
          <a:lstStyle>
            <a:lvl1pPr>
              <a:defRPr sz="3600">
                <a:solidFill>
                  <a:schemeClr val="tx1"/>
                </a:solidFill>
              </a:defRPr>
            </a:lvl1pPr>
          </a:lstStyle>
          <a:p>
            <a:r>
              <a:rPr lang="en-US" dirty="0"/>
              <a:t>CLICK TO UPDATE TITLE</a:t>
            </a:r>
          </a:p>
        </p:txBody>
      </p:sp>
      <p:pic>
        <p:nvPicPr>
          <p:cNvPr id="8" name="Graphic 7">
            <a:extLst>
              <a:ext uri="{FF2B5EF4-FFF2-40B4-BE49-F238E27FC236}">
                <a16:creationId xmlns:a16="http://schemas.microsoft.com/office/drawing/2014/main" id="{C66AD69F-8F68-194F-9538-82637633A206}"/>
              </a:ext>
            </a:extLst>
          </p:cNvPr>
          <p:cNvPicPr>
            <a:picLocks noChangeAspect="1"/>
          </p:cNvPicPr>
          <p:nvPr userDrawn="1"/>
        </p:nvPicPr>
        <p:blipFill>
          <a:blip r:embed="rId4"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26831" y="6228013"/>
            <a:ext cx="990038" cy="256676"/>
          </a:xfrm>
          <a:prstGeom prst="rect">
            <a:avLst/>
          </a:prstGeom>
        </p:spPr>
      </p:pic>
      <p:sp>
        <p:nvSpPr>
          <p:cNvPr id="5" name="Title 1">
            <a:extLst>
              <a:ext uri="{FF2B5EF4-FFF2-40B4-BE49-F238E27FC236}">
                <a16:creationId xmlns:a16="http://schemas.microsoft.com/office/drawing/2014/main" id="{DD155C1A-0EB8-754C-ABD3-65EBDBF229A4}"/>
              </a:ext>
            </a:extLst>
          </p:cNvPr>
          <p:cNvSpPr txBox="1">
            <a:spLocks/>
          </p:cNvSpPr>
          <p:nvPr userDrawn="1"/>
        </p:nvSpPr>
        <p:spPr>
          <a:xfrm>
            <a:off x="1206291" y="2841040"/>
            <a:ext cx="953882" cy="1175920"/>
          </a:xfrm>
          <a:prstGeom prst="rect">
            <a:avLst/>
          </a:prstGeom>
        </p:spPr>
        <p:txBody>
          <a:bodyPr vert="horz" lIns="0" tIns="0" rIns="0" bIns="0" rtlCol="0" anchor="t">
            <a:noAutofit/>
          </a:bodyPr>
          <a:lstStyle>
            <a:lvl1pPr algn="ctr" defTabSz="914377" rtl="0" eaLnBrk="1" latinLnBrk="0" hangingPunct="1">
              <a:lnSpc>
                <a:spcPct val="80000"/>
              </a:lnSpc>
              <a:spcBef>
                <a:spcPct val="0"/>
              </a:spcBef>
              <a:buNone/>
              <a:defRPr sz="3600" b="1" i="0" kern="1200">
                <a:solidFill>
                  <a:schemeClr val="tx1"/>
                </a:solidFill>
                <a:latin typeface="Gotham Bold" panose="02000604040000020004" pitchFamily="2" charset="0"/>
                <a:ea typeface="+mj-ea"/>
                <a:cs typeface="+mj-cs"/>
              </a:defRPr>
            </a:lvl1pPr>
          </a:lstStyle>
          <a:p>
            <a:pPr algn="l"/>
            <a:r>
              <a:rPr lang="en-US" sz="8800" dirty="0">
                <a:solidFill>
                  <a:schemeClr val="accent1"/>
                </a:solidFill>
                <a:latin typeface="Gotham Book Regular" panose="02000603040000020004" pitchFamily="2" charset="77"/>
              </a:rPr>
              <a:t>2</a:t>
            </a:r>
          </a:p>
        </p:txBody>
      </p:sp>
      <p:cxnSp>
        <p:nvCxnSpPr>
          <p:cNvPr id="7" name="Straight Connector 6">
            <a:extLst>
              <a:ext uri="{FF2B5EF4-FFF2-40B4-BE49-F238E27FC236}">
                <a16:creationId xmlns:a16="http://schemas.microsoft.com/office/drawing/2014/main" id="{657F3C09-F55A-C743-8A01-53A8322D5503}"/>
              </a:ext>
            </a:extLst>
          </p:cNvPr>
          <p:cNvCxnSpPr>
            <a:cxnSpLocks/>
          </p:cNvCxnSpPr>
          <p:nvPr userDrawn="1"/>
        </p:nvCxnSpPr>
        <p:spPr>
          <a:xfrm>
            <a:off x="1951720" y="2675184"/>
            <a:ext cx="0" cy="129365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853717DF-092E-1747-9215-46B8671EF7B3}"/>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a:extLst>
              <a:ext uri="{FF2B5EF4-FFF2-40B4-BE49-F238E27FC236}">
                <a16:creationId xmlns:a16="http://schemas.microsoft.com/office/drawing/2014/main" id="{34D22576-494B-4840-B7E8-8E0CDDDABB45}"/>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8055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2_Section Header Imag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8FA469A3-841D-B44E-9043-8CDEB39DA915}"/>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l="9750" t="20921" r="1339" b="1978"/>
          <a:stretch/>
        </p:blipFill>
        <p:spPr>
          <a:xfrm>
            <a:off x="329030" y="0"/>
            <a:ext cx="11862969" cy="6858000"/>
          </a:xfrm>
          <a:prstGeom prst="rect">
            <a:avLst/>
          </a:prstGeom>
        </p:spPr>
      </p:pic>
      <p:sp>
        <p:nvSpPr>
          <p:cNvPr id="14" name="Rectangle 13">
            <a:extLst>
              <a:ext uri="{FF2B5EF4-FFF2-40B4-BE49-F238E27FC236}">
                <a16:creationId xmlns:a16="http://schemas.microsoft.com/office/drawing/2014/main" id="{D1DEE464-E345-804A-B890-8553381957C5}"/>
              </a:ext>
            </a:extLst>
          </p:cNvPr>
          <p:cNvSpPr/>
          <p:nvPr userDrawn="1"/>
        </p:nvSpPr>
        <p:spPr>
          <a:xfrm>
            <a:off x="334964" y="0"/>
            <a:ext cx="11857036" cy="6857999"/>
          </a:xfrm>
          <a:prstGeom prst="rect">
            <a:avLst/>
          </a:prstGeom>
          <a:solidFill>
            <a:schemeClr val="tx1">
              <a:alpha val="63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80767ED3-C3D4-274A-913D-AA76599AF84F}"/>
              </a:ext>
            </a:extLst>
          </p:cNvPr>
          <p:cNvPicPr>
            <a:picLocks noChangeAspect="1"/>
          </p:cNvPicPr>
          <p:nvPr userDrawn="1"/>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15004" y="765174"/>
            <a:ext cx="6191154" cy="5327651"/>
          </a:xfrm>
          <a:prstGeom prst="rect">
            <a:avLst/>
          </a:prstGeom>
        </p:spPr>
      </p:pic>
      <p:sp>
        <p:nvSpPr>
          <p:cNvPr id="3" name="Text Placeholder 2">
            <a:extLst>
              <a:ext uri="{FF2B5EF4-FFF2-40B4-BE49-F238E27FC236}">
                <a16:creationId xmlns:a16="http://schemas.microsoft.com/office/drawing/2014/main" id="{6485314C-4838-8945-BA73-A7D02315C109}"/>
              </a:ext>
            </a:extLst>
          </p:cNvPr>
          <p:cNvSpPr>
            <a:spLocks noGrp="1"/>
          </p:cNvSpPr>
          <p:nvPr>
            <p:ph type="body" idx="1" hasCustomPrompt="1"/>
          </p:nvPr>
        </p:nvSpPr>
        <p:spPr>
          <a:xfrm>
            <a:off x="2160171" y="3348903"/>
            <a:ext cx="9187276" cy="1500187"/>
          </a:xfrm>
        </p:spPr>
        <p:txBody>
          <a:bodyPr lIns="0" tIns="72000" rIns="0" bIns="0">
            <a:normAutofit/>
          </a:bodyPr>
          <a:lstStyle>
            <a:lvl1pPr marL="0" indent="0">
              <a:lnSpc>
                <a:spcPct val="80000"/>
              </a:lnSpc>
              <a:spcBef>
                <a:spcPts val="0"/>
              </a:spcBef>
              <a:buNone/>
              <a:defRPr sz="1800">
                <a:solidFill>
                  <a:schemeClr val="bg2">
                    <a:lumMod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EDIT </a:t>
            </a:r>
          </a:p>
          <a:p>
            <a:pPr lvl="0"/>
            <a:r>
              <a:rPr lang="en-US" dirty="0"/>
              <a:t>SUBHEADER</a:t>
            </a:r>
          </a:p>
        </p:txBody>
      </p:sp>
      <p:sp>
        <p:nvSpPr>
          <p:cNvPr id="2" name="Title 1">
            <a:extLst>
              <a:ext uri="{FF2B5EF4-FFF2-40B4-BE49-F238E27FC236}">
                <a16:creationId xmlns:a16="http://schemas.microsoft.com/office/drawing/2014/main" id="{B3B9B89D-56DE-004D-80ED-B2541B2268A3}"/>
              </a:ext>
            </a:extLst>
          </p:cNvPr>
          <p:cNvSpPr>
            <a:spLocks noGrp="1"/>
          </p:cNvSpPr>
          <p:nvPr>
            <p:ph type="title" hasCustomPrompt="1"/>
          </p:nvPr>
        </p:nvSpPr>
        <p:spPr>
          <a:xfrm>
            <a:off x="2160171" y="1802671"/>
            <a:ext cx="9187280" cy="1519338"/>
          </a:xfrm>
        </p:spPr>
        <p:txBody>
          <a:bodyPr anchor="b">
            <a:normAutofit/>
          </a:bodyPr>
          <a:lstStyle>
            <a:lvl1pPr>
              <a:defRPr sz="3600">
                <a:solidFill>
                  <a:schemeClr val="bg1"/>
                </a:solidFill>
              </a:defRPr>
            </a:lvl1pPr>
          </a:lstStyle>
          <a:p>
            <a:r>
              <a:rPr lang="en-US" dirty="0"/>
              <a:t>CLICK TO UPDATE TITLE</a:t>
            </a:r>
          </a:p>
        </p:txBody>
      </p:sp>
      <p:pic>
        <p:nvPicPr>
          <p:cNvPr id="8" name="Graphic 7">
            <a:extLst>
              <a:ext uri="{FF2B5EF4-FFF2-40B4-BE49-F238E27FC236}">
                <a16:creationId xmlns:a16="http://schemas.microsoft.com/office/drawing/2014/main" id="{C66AD69F-8F68-194F-9538-82637633A206}"/>
              </a:ext>
            </a:extLst>
          </p:cNvPr>
          <p:cNvPicPr>
            <a:picLocks noChangeAspect="1"/>
          </p:cNvPicPr>
          <p:nvPr userDrawn="1"/>
        </p:nvPicPr>
        <p:blipFill>
          <a:blip r:embed="rId5"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26831" y="6228013"/>
            <a:ext cx="990038" cy="256676"/>
          </a:xfrm>
          <a:prstGeom prst="rect">
            <a:avLst/>
          </a:prstGeom>
        </p:spPr>
      </p:pic>
      <p:sp>
        <p:nvSpPr>
          <p:cNvPr id="5" name="Title 1">
            <a:extLst>
              <a:ext uri="{FF2B5EF4-FFF2-40B4-BE49-F238E27FC236}">
                <a16:creationId xmlns:a16="http://schemas.microsoft.com/office/drawing/2014/main" id="{DD155C1A-0EB8-754C-ABD3-65EBDBF229A4}"/>
              </a:ext>
            </a:extLst>
          </p:cNvPr>
          <p:cNvSpPr txBox="1">
            <a:spLocks/>
          </p:cNvSpPr>
          <p:nvPr userDrawn="1"/>
        </p:nvSpPr>
        <p:spPr>
          <a:xfrm>
            <a:off x="1206291" y="2841040"/>
            <a:ext cx="953882" cy="1175920"/>
          </a:xfrm>
          <a:prstGeom prst="rect">
            <a:avLst/>
          </a:prstGeom>
        </p:spPr>
        <p:txBody>
          <a:bodyPr vert="horz" lIns="0" tIns="0" rIns="0" bIns="0" rtlCol="0" anchor="t">
            <a:noAutofit/>
          </a:bodyPr>
          <a:lstStyle>
            <a:lvl1pPr algn="ctr" defTabSz="914377" rtl="0" eaLnBrk="1" latinLnBrk="0" hangingPunct="1">
              <a:lnSpc>
                <a:spcPct val="80000"/>
              </a:lnSpc>
              <a:spcBef>
                <a:spcPct val="0"/>
              </a:spcBef>
              <a:buNone/>
              <a:defRPr sz="3600" b="1" i="0" kern="1200">
                <a:solidFill>
                  <a:schemeClr val="tx1"/>
                </a:solidFill>
                <a:latin typeface="Gotham Bold" panose="02000604040000020004" pitchFamily="2" charset="0"/>
                <a:ea typeface="+mj-ea"/>
                <a:cs typeface="+mj-cs"/>
              </a:defRPr>
            </a:lvl1pPr>
          </a:lstStyle>
          <a:p>
            <a:pPr algn="l"/>
            <a:r>
              <a:rPr lang="en-US" sz="8800" dirty="0">
                <a:solidFill>
                  <a:schemeClr val="accent1"/>
                </a:solidFill>
                <a:latin typeface="Gotham Book Regular" panose="02000603040000020004" pitchFamily="2" charset="77"/>
              </a:rPr>
              <a:t>2</a:t>
            </a:r>
          </a:p>
        </p:txBody>
      </p:sp>
      <p:cxnSp>
        <p:nvCxnSpPr>
          <p:cNvPr id="7" name="Straight Connector 6">
            <a:extLst>
              <a:ext uri="{FF2B5EF4-FFF2-40B4-BE49-F238E27FC236}">
                <a16:creationId xmlns:a16="http://schemas.microsoft.com/office/drawing/2014/main" id="{657F3C09-F55A-C743-8A01-53A8322D5503}"/>
              </a:ext>
            </a:extLst>
          </p:cNvPr>
          <p:cNvCxnSpPr>
            <a:cxnSpLocks/>
          </p:cNvCxnSpPr>
          <p:nvPr userDrawn="1"/>
        </p:nvCxnSpPr>
        <p:spPr>
          <a:xfrm>
            <a:off x="1951720" y="2675184"/>
            <a:ext cx="0" cy="129365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853717DF-092E-1747-9215-46B8671EF7B3}"/>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a:extLst>
              <a:ext uri="{FF2B5EF4-FFF2-40B4-BE49-F238E27FC236}">
                <a16:creationId xmlns:a16="http://schemas.microsoft.com/office/drawing/2014/main" id="{34D22576-494B-4840-B7E8-8E0CDDDABB45}"/>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4605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3_Section Header">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C8B3FD68-25B8-0A43-A8F8-4B32EE02C07F}"/>
              </a:ext>
            </a:extLst>
          </p:cNvPr>
          <p:cNvPicPr>
            <a:picLocks noChangeAspect="1"/>
          </p:cNvPicPr>
          <p:nvPr userDrawn="1"/>
        </p:nvPicPr>
        <p:blipFill>
          <a:blip r:embed="rId2"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95219" y="755374"/>
            <a:ext cx="2890628" cy="5347252"/>
          </a:xfrm>
          <a:prstGeom prst="rect">
            <a:avLst/>
          </a:prstGeom>
        </p:spPr>
      </p:pic>
      <p:sp>
        <p:nvSpPr>
          <p:cNvPr id="3" name="Text Placeholder 2">
            <a:extLst>
              <a:ext uri="{FF2B5EF4-FFF2-40B4-BE49-F238E27FC236}">
                <a16:creationId xmlns:a16="http://schemas.microsoft.com/office/drawing/2014/main" id="{6485314C-4838-8945-BA73-A7D02315C109}"/>
              </a:ext>
            </a:extLst>
          </p:cNvPr>
          <p:cNvSpPr>
            <a:spLocks noGrp="1"/>
          </p:cNvSpPr>
          <p:nvPr>
            <p:ph type="body" idx="1" hasCustomPrompt="1"/>
          </p:nvPr>
        </p:nvSpPr>
        <p:spPr>
          <a:xfrm>
            <a:off x="2160171" y="3348903"/>
            <a:ext cx="9187276" cy="1500187"/>
          </a:xfrm>
        </p:spPr>
        <p:txBody>
          <a:bodyPr lIns="0" tIns="72000" rIns="0" bIns="0">
            <a:normAutofit/>
          </a:bodyPr>
          <a:lstStyle>
            <a:lvl1pPr marL="0" indent="0">
              <a:lnSpc>
                <a:spcPct val="80000"/>
              </a:lnSpc>
              <a:spcBef>
                <a:spcPts val="0"/>
              </a:spcBef>
              <a:buNone/>
              <a:defRPr sz="1800">
                <a:solidFill>
                  <a:schemeClr val="bg2">
                    <a:lumMod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EDIT </a:t>
            </a:r>
          </a:p>
          <a:p>
            <a:pPr lvl="0"/>
            <a:r>
              <a:rPr lang="en-US" dirty="0"/>
              <a:t>SUBHEADER</a:t>
            </a:r>
          </a:p>
        </p:txBody>
      </p:sp>
      <p:sp>
        <p:nvSpPr>
          <p:cNvPr id="2" name="Title 1">
            <a:extLst>
              <a:ext uri="{FF2B5EF4-FFF2-40B4-BE49-F238E27FC236}">
                <a16:creationId xmlns:a16="http://schemas.microsoft.com/office/drawing/2014/main" id="{B3B9B89D-56DE-004D-80ED-B2541B2268A3}"/>
              </a:ext>
            </a:extLst>
          </p:cNvPr>
          <p:cNvSpPr>
            <a:spLocks noGrp="1"/>
          </p:cNvSpPr>
          <p:nvPr>
            <p:ph type="title" hasCustomPrompt="1"/>
          </p:nvPr>
        </p:nvSpPr>
        <p:spPr>
          <a:xfrm>
            <a:off x="2160171" y="1802671"/>
            <a:ext cx="9187280" cy="1519338"/>
          </a:xfrm>
        </p:spPr>
        <p:txBody>
          <a:bodyPr anchor="b">
            <a:normAutofit/>
          </a:bodyPr>
          <a:lstStyle>
            <a:lvl1pPr>
              <a:defRPr sz="3600"/>
            </a:lvl1pPr>
          </a:lstStyle>
          <a:p>
            <a:r>
              <a:rPr lang="en-US" dirty="0"/>
              <a:t>CLICK TO UPDATE TITLE</a:t>
            </a:r>
          </a:p>
        </p:txBody>
      </p:sp>
      <p:pic>
        <p:nvPicPr>
          <p:cNvPr id="8" name="Graphic 7">
            <a:extLst>
              <a:ext uri="{FF2B5EF4-FFF2-40B4-BE49-F238E27FC236}">
                <a16:creationId xmlns:a16="http://schemas.microsoft.com/office/drawing/2014/main" id="{C66AD69F-8F68-194F-9538-82637633A206}"/>
              </a:ext>
            </a:extLst>
          </p:cNvPr>
          <p:cNvPicPr>
            <a:picLocks noChangeAspect="1"/>
          </p:cNvPicPr>
          <p:nvPr userDrawn="1"/>
        </p:nvPicPr>
        <p:blipFill>
          <a:blip r:embed="rId4"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26831" y="6228013"/>
            <a:ext cx="990038" cy="256676"/>
          </a:xfrm>
          <a:prstGeom prst="rect">
            <a:avLst/>
          </a:prstGeom>
        </p:spPr>
      </p:pic>
      <p:sp>
        <p:nvSpPr>
          <p:cNvPr id="5" name="Title 1">
            <a:extLst>
              <a:ext uri="{FF2B5EF4-FFF2-40B4-BE49-F238E27FC236}">
                <a16:creationId xmlns:a16="http://schemas.microsoft.com/office/drawing/2014/main" id="{DD155C1A-0EB8-754C-ABD3-65EBDBF229A4}"/>
              </a:ext>
            </a:extLst>
          </p:cNvPr>
          <p:cNvSpPr txBox="1">
            <a:spLocks/>
          </p:cNvSpPr>
          <p:nvPr userDrawn="1"/>
        </p:nvSpPr>
        <p:spPr>
          <a:xfrm>
            <a:off x="1206291" y="2841040"/>
            <a:ext cx="953882" cy="1175920"/>
          </a:xfrm>
          <a:prstGeom prst="rect">
            <a:avLst/>
          </a:prstGeom>
        </p:spPr>
        <p:txBody>
          <a:bodyPr vert="horz" lIns="0" tIns="0" rIns="0" bIns="0" rtlCol="0" anchor="t">
            <a:noAutofit/>
          </a:bodyPr>
          <a:lstStyle>
            <a:lvl1pPr algn="ctr" defTabSz="914377" rtl="0" eaLnBrk="1" latinLnBrk="0" hangingPunct="1">
              <a:lnSpc>
                <a:spcPct val="80000"/>
              </a:lnSpc>
              <a:spcBef>
                <a:spcPct val="0"/>
              </a:spcBef>
              <a:buNone/>
              <a:defRPr sz="3600" b="1" i="0" kern="1200">
                <a:solidFill>
                  <a:schemeClr val="tx1"/>
                </a:solidFill>
                <a:latin typeface="Gotham Bold" panose="02000604040000020004" pitchFamily="2" charset="0"/>
                <a:ea typeface="+mj-ea"/>
                <a:cs typeface="+mj-cs"/>
              </a:defRPr>
            </a:lvl1pPr>
          </a:lstStyle>
          <a:p>
            <a:pPr algn="l"/>
            <a:r>
              <a:rPr lang="en-US" sz="8800" dirty="0">
                <a:solidFill>
                  <a:schemeClr val="accent1"/>
                </a:solidFill>
                <a:latin typeface="Gotham Book Regular" panose="02000603040000020004" pitchFamily="2" charset="77"/>
              </a:rPr>
              <a:t>3</a:t>
            </a:r>
          </a:p>
        </p:txBody>
      </p:sp>
      <p:cxnSp>
        <p:nvCxnSpPr>
          <p:cNvPr id="7" name="Straight Connector 6">
            <a:extLst>
              <a:ext uri="{FF2B5EF4-FFF2-40B4-BE49-F238E27FC236}">
                <a16:creationId xmlns:a16="http://schemas.microsoft.com/office/drawing/2014/main" id="{657F3C09-F55A-C743-8A01-53A8322D5503}"/>
              </a:ext>
            </a:extLst>
          </p:cNvPr>
          <p:cNvCxnSpPr>
            <a:cxnSpLocks/>
          </p:cNvCxnSpPr>
          <p:nvPr userDrawn="1"/>
        </p:nvCxnSpPr>
        <p:spPr>
          <a:xfrm>
            <a:off x="1951720" y="2675184"/>
            <a:ext cx="0" cy="129365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853717DF-092E-1747-9215-46B8671EF7B3}"/>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a:extLst>
              <a:ext uri="{FF2B5EF4-FFF2-40B4-BE49-F238E27FC236}">
                <a16:creationId xmlns:a16="http://schemas.microsoft.com/office/drawing/2014/main" id="{34D22576-494B-4840-B7E8-8E0CDDDABB45}"/>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3514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3_Section Header Imag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1863611-C407-0343-B170-D47E2027FA15}"/>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l="2322" t="8532" r="15493"/>
          <a:stretch/>
        </p:blipFill>
        <p:spPr>
          <a:xfrm>
            <a:off x="334963" y="0"/>
            <a:ext cx="11857038" cy="6858000"/>
          </a:xfrm>
          <a:prstGeom prst="rect">
            <a:avLst/>
          </a:prstGeom>
        </p:spPr>
      </p:pic>
      <p:sp>
        <p:nvSpPr>
          <p:cNvPr id="14" name="Rectangle 13">
            <a:extLst>
              <a:ext uri="{FF2B5EF4-FFF2-40B4-BE49-F238E27FC236}">
                <a16:creationId xmlns:a16="http://schemas.microsoft.com/office/drawing/2014/main" id="{4B259320-C807-4142-B50A-FF68F70FA496}"/>
              </a:ext>
            </a:extLst>
          </p:cNvPr>
          <p:cNvSpPr/>
          <p:nvPr userDrawn="1"/>
        </p:nvSpPr>
        <p:spPr>
          <a:xfrm>
            <a:off x="334963" y="0"/>
            <a:ext cx="11857036" cy="6857999"/>
          </a:xfrm>
          <a:prstGeom prst="rect">
            <a:avLst/>
          </a:prstGeom>
          <a:solidFill>
            <a:schemeClr val="tx1">
              <a:alpha val="63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1" name="Graphic 10">
            <a:extLst>
              <a:ext uri="{FF2B5EF4-FFF2-40B4-BE49-F238E27FC236}">
                <a16:creationId xmlns:a16="http://schemas.microsoft.com/office/drawing/2014/main" id="{C8B3FD68-25B8-0A43-A8F8-4B32EE02C07F}"/>
              </a:ext>
            </a:extLst>
          </p:cNvPr>
          <p:cNvPicPr>
            <a:picLocks noChangeAspect="1"/>
          </p:cNvPicPr>
          <p:nvPr userDrawn="1"/>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95219" y="755374"/>
            <a:ext cx="2890628" cy="5347252"/>
          </a:xfrm>
          <a:prstGeom prst="rect">
            <a:avLst/>
          </a:prstGeom>
        </p:spPr>
      </p:pic>
      <p:sp>
        <p:nvSpPr>
          <p:cNvPr id="3" name="Text Placeholder 2">
            <a:extLst>
              <a:ext uri="{FF2B5EF4-FFF2-40B4-BE49-F238E27FC236}">
                <a16:creationId xmlns:a16="http://schemas.microsoft.com/office/drawing/2014/main" id="{6485314C-4838-8945-BA73-A7D02315C109}"/>
              </a:ext>
            </a:extLst>
          </p:cNvPr>
          <p:cNvSpPr>
            <a:spLocks noGrp="1"/>
          </p:cNvSpPr>
          <p:nvPr>
            <p:ph type="body" idx="1" hasCustomPrompt="1"/>
          </p:nvPr>
        </p:nvSpPr>
        <p:spPr>
          <a:xfrm>
            <a:off x="2160171" y="3348903"/>
            <a:ext cx="9187276" cy="1500187"/>
          </a:xfrm>
        </p:spPr>
        <p:txBody>
          <a:bodyPr lIns="0" tIns="72000" rIns="0" bIns="0">
            <a:normAutofit/>
          </a:bodyPr>
          <a:lstStyle>
            <a:lvl1pPr marL="0" indent="0">
              <a:lnSpc>
                <a:spcPct val="80000"/>
              </a:lnSpc>
              <a:spcBef>
                <a:spcPts val="0"/>
              </a:spcBef>
              <a:buNone/>
              <a:defRPr sz="1800">
                <a:solidFill>
                  <a:schemeClr val="bg2">
                    <a:lumMod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EDIT </a:t>
            </a:r>
          </a:p>
          <a:p>
            <a:pPr lvl="0"/>
            <a:r>
              <a:rPr lang="en-US" dirty="0"/>
              <a:t>SUBHEADER</a:t>
            </a:r>
          </a:p>
        </p:txBody>
      </p:sp>
      <p:sp>
        <p:nvSpPr>
          <p:cNvPr id="2" name="Title 1">
            <a:extLst>
              <a:ext uri="{FF2B5EF4-FFF2-40B4-BE49-F238E27FC236}">
                <a16:creationId xmlns:a16="http://schemas.microsoft.com/office/drawing/2014/main" id="{B3B9B89D-56DE-004D-80ED-B2541B2268A3}"/>
              </a:ext>
            </a:extLst>
          </p:cNvPr>
          <p:cNvSpPr>
            <a:spLocks noGrp="1"/>
          </p:cNvSpPr>
          <p:nvPr>
            <p:ph type="title" hasCustomPrompt="1"/>
          </p:nvPr>
        </p:nvSpPr>
        <p:spPr>
          <a:xfrm>
            <a:off x="2160171" y="1802671"/>
            <a:ext cx="9187280" cy="1519338"/>
          </a:xfrm>
        </p:spPr>
        <p:txBody>
          <a:bodyPr anchor="b">
            <a:normAutofit/>
          </a:bodyPr>
          <a:lstStyle>
            <a:lvl1pPr>
              <a:defRPr sz="3600">
                <a:solidFill>
                  <a:schemeClr val="bg1"/>
                </a:solidFill>
              </a:defRPr>
            </a:lvl1pPr>
          </a:lstStyle>
          <a:p>
            <a:r>
              <a:rPr lang="en-US" dirty="0"/>
              <a:t>CLICK TO UPDATE TITLE</a:t>
            </a:r>
          </a:p>
        </p:txBody>
      </p:sp>
      <p:sp>
        <p:nvSpPr>
          <p:cNvPr id="5" name="Title 1">
            <a:extLst>
              <a:ext uri="{FF2B5EF4-FFF2-40B4-BE49-F238E27FC236}">
                <a16:creationId xmlns:a16="http://schemas.microsoft.com/office/drawing/2014/main" id="{DD155C1A-0EB8-754C-ABD3-65EBDBF229A4}"/>
              </a:ext>
            </a:extLst>
          </p:cNvPr>
          <p:cNvSpPr txBox="1">
            <a:spLocks/>
          </p:cNvSpPr>
          <p:nvPr userDrawn="1"/>
        </p:nvSpPr>
        <p:spPr>
          <a:xfrm>
            <a:off x="1206291" y="2841040"/>
            <a:ext cx="953882" cy="1175920"/>
          </a:xfrm>
          <a:prstGeom prst="rect">
            <a:avLst/>
          </a:prstGeom>
        </p:spPr>
        <p:txBody>
          <a:bodyPr vert="horz" lIns="0" tIns="0" rIns="0" bIns="0" rtlCol="0" anchor="t">
            <a:noAutofit/>
          </a:bodyPr>
          <a:lstStyle>
            <a:lvl1pPr algn="ctr" defTabSz="914377" rtl="0" eaLnBrk="1" latinLnBrk="0" hangingPunct="1">
              <a:lnSpc>
                <a:spcPct val="80000"/>
              </a:lnSpc>
              <a:spcBef>
                <a:spcPct val="0"/>
              </a:spcBef>
              <a:buNone/>
              <a:defRPr sz="3600" b="1" i="0" kern="1200">
                <a:solidFill>
                  <a:schemeClr val="tx1"/>
                </a:solidFill>
                <a:latin typeface="Gotham Bold" panose="02000604040000020004" pitchFamily="2" charset="0"/>
                <a:ea typeface="+mj-ea"/>
                <a:cs typeface="+mj-cs"/>
              </a:defRPr>
            </a:lvl1pPr>
          </a:lstStyle>
          <a:p>
            <a:pPr algn="l"/>
            <a:r>
              <a:rPr lang="en-US" sz="8800" dirty="0">
                <a:solidFill>
                  <a:schemeClr val="accent1"/>
                </a:solidFill>
                <a:latin typeface="Gotham Book Regular" panose="02000603040000020004" pitchFamily="2" charset="77"/>
              </a:rPr>
              <a:t>3</a:t>
            </a:r>
          </a:p>
        </p:txBody>
      </p:sp>
      <p:cxnSp>
        <p:nvCxnSpPr>
          <p:cNvPr id="7" name="Straight Connector 6">
            <a:extLst>
              <a:ext uri="{FF2B5EF4-FFF2-40B4-BE49-F238E27FC236}">
                <a16:creationId xmlns:a16="http://schemas.microsoft.com/office/drawing/2014/main" id="{657F3C09-F55A-C743-8A01-53A8322D5503}"/>
              </a:ext>
            </a:extLst>
          </p:cNvPr>
          <p:cNvCxnSpPr>
            <a:cxnSpLocks/>
          </p:cNvCxnSpPr>
          <p:nvPr userDrawn="1"/>
        </p:nvCxnSpPr>
        <p:spPr>
          <a:xfrm>
            <a:off x="1951720" y="2675184"/>
            <a:ext cx="0" cy="129365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853717DF-092E-1747-9215-46B8671EF7B3}"/>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a:extLst>
              <a:ext uri="{FF2B5EF4-FFF2-40B4-BE49-F238E27FC236}">
                <a16:creationId xmlns:a16="http://schemas.microsoft.com/office/drawing/2014/main" id="{34D22576-494B-4840-B7E8-8E0CDDDABB45}"/>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29EC2271-DF28-E54F-BEBB-D58066AD3D7D}"/>
              </a:ext>
            </a:extLst>
          </p:cNvPr>
          <p:cNvPicPr>
            <a:picLocks noChangeAspect="1"/>
          </p:cNvPicPr>
          <p:nvPr userDrawn="1"/>
        </p:nvPicPr>
        <p:blipFill>
          <a:blip r:embed="rId5"/>
          <a:stretch>
            <a:fillRect/>
          </a:stretch>
        </p:blipFill>
        <p:spPr>
          <a:xfrm>
            <a:off x="10706944" y="6228012"/>
            <a:ext cx="990038" cy="256956"/>
          </a:xfrm>
          <a:prstGeom prst="rect">
            <a:avLst/>
          </a:prstGeom>
        </p:spPr>
      </p:pic>
    </p:spTree>
    <p:extLst>
      <p:ext uri="{BB962C8B-B14F-4D97-AF65-F5344CB8AC3E}">
        <p14:creationId xmlns:p14="http://schemas.microsoft.com/office/powerpoint/2010/main" val="131129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Section Header Colour">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C369B44B-A2CB-7D48-8113-93221382E033}"/>
              </a:ext>
            </a:extLst>
          </p:cNvPr>
          <p:cNvPicPr>
            <a:picLocks noChangeAspect="1"/>
          </p:cNvPicPr>
          <p:nvPr userDrawn="1"/>
        </p:nvPicPr>
        <p:blipFill rotWithShape="1">
          <a:blip r:embed="rId2"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rcRect l="33418" r="21" b="28412"/>
          <a:stretch/>
        </p:blipFill>
        <p:spPr>
          <a:xfrm>
            <a:off x="334962" y="671513"/>
            <a:ext cx="11882999" cy="6186487"/>
          </a:xfrm>
          <a:prstGeom prst="rect">
            <a:avLst/>
          </a:prstGeom>
        </p:spPr>
      </p:pic>
      <p:sp>
        <p:nvSpPr>
          <p:cNvPr id="12" name="Rectangle 11">
            <a:extLst>
              <a:ext uri="{FF2B5EF4-FFF2-40B4-BE49-F238E27FC236}">
                <a16:creationId xmlns:a16="http://schemas.microsoft.com/office/drawing/2014/main" id="{853717DF-092E-1747-9215-46B8671EF7B3}"/>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a:extLst>
              <a:ext uri="{FF2B5EF4-FFF2-40B4-BE49-F238E27FC236}">
                <a16:creationId xmlns:a16="http://schemas.microsoft.com/office/drawing/2014/main" id="{34D22576-494B-4840-B7E8-8E0CDDDABB45}"/>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E700A079-5439-2B45-871E-701EDADFC833}"/>
              </a:ext>
            </a:extLst>
          </p:cNvPr>
          <p:cNvSpPr txBox="1">
            <a:spLocks/>
          </p:cNvSpPr>
          <p:nvPr userDrawn="1"/>
        </p:nvSpPr>
        <p:spPr>
          <a:xfrm>
            <a:off x="1206291" y="2841040"/>
            <a:ext cx="953882" cy="1175920"/>
          </a:xfrm>
          <a:prstGeom prst="rect">
            <a:avLst/>
          </a:prstGeom>
        </p:spPr>
        <p:txBody>
          <a:bodyPr vert="horz" lIns="0" tIns="0" rIns="0" bIns="0" rtlCol="0" anchor="t">
            <a:noAutofit/>
          </a:bodyPr>
          <a:lstStyle>
            <a:lvl1pPr algn="ctr" defTabSz="914377" rtl="0" eaLnBrk="1" latinLnBrk="0" hangingPunct="1">
              <a:lnSpc>
                <a:spcPct val="80000"/>
              </a:lnSpc>
              <a:spcBef>
                <a:spcPct val="0"/>
              </a:spcBef>
              <a:buNone/>
              <a:defRPr sz="3600" b="1" i="0" kern="1200">
                <a:solidFill>
                  <a:schemeClr val="tx1"/>
                </a:solidFill>
                <a:latin typeface="Gotham Bold" panose="02000604040000020004" pitchFamily="2" charset="0"/>
                <a:ea typeface="+mj-ea"/>
                <a:cs typeface="+mj-cs"/>
              </a:defRPr>
            </a:lvl1pPr>
          </a:lstStyle>
          <a:p>
            <a:pPr algn="l"/>
            <a:r>
              <a:rPr lang="en-US" sz="8800" dirty="0">
                <a:solidFill>
                  <a:schemeClr val="bg1"/>
                </a:solidFill>
                <a:latin typeface="Gotham Book Regular" panose="02000603040000020004" pitchFamily="2" charset="77"/>
              </a:rPr>
              <a:t>1</a:t>
            </a:r>
          </a:p>
        </p:txBody>
      </p:sp>
      <p:pic>
        <p:nvPicPr>
          <p:cNvPr id="15" name="Graphic 14">
            <a:extLst>
              <a:ext uri="{FF2B5EF4-FFF2-40B4-BE49-F238E27FC236}">
                <a16:creationId xmlns:a16="http://schemas.microsoft.com/office/drawing/2014/main" id="{AFBD3E23-2D01-D941-9F55-8AECCA93C3F1}"/>
              </a:ext>
            </a:extLst>
          </p:cNvPr>
          <p:cNvPicPr>
            <a:picLocks noChangeAspect="1"/>
          </p:cNvPicPr>
          <p:nvPr userDrawn="1"/>
        </p:nvPicPr>
        <p:blipFill>
          <a:blip r:embed="rId4"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167582" y="6228013"/>
            <a:ext cx="549287" cy="256676"/>
          </a:xfrm>
          <a:prstGeom prst="rect">
            <a:avLst/>
          </a:prstGeom>
        </p:spPr>
      </p:pic>
      <p:sp>
        <p:nvSpPr>
          <p:cNvPr id="16" name="Text Placeholder 2">
            <a:extLst>
              <a:ext uri="{FF2B5EF4-FFF2-40B4-BE49-F238E27FC236}">
                <a16:creationId xmlns:a16="http://schemas.microsoft.com/office/drawing/2014/main" id="{9DBD3BB2-8395-B441-8B19-D5EAD606181A}"/>
              </a:ext>
            </a:extLst>
          </p:cNvPr>
          <p:cNvSpPr>
            <a:spLocks noGrp="1"/>
          </p:cNvSpPr>
          <p:nvPr>
            <p:ph type="body" idx="10" hasCustomPrompt="1"/>
          </p:nvPr>
        </p:nvSpPr>
        <p:spPr>
          <a:xfrm>
            <a:off x="2160171" y="3348903"/>
            <a:ext cx="9187276" cy="1500187"/>
          </a:xfrm>
        </p:spPr>
        <p:txBody>
          <a:bodyPr lIns="0" tIns="72000" rIns="0" bIns="0">
            <a:normAutofit/>
          </a:bodyPr>
          <a:lstStyle>
            <a:lvl1pPr marL="0" indent="0">
              <a:lnSpc>
                <a:spcPct val="80000"/>
              </a:lnSpc>
              <a:spcBef>
                <a:spcPts val="0"/>
              </a:spcBef>
              <a:buNone/>
              <a:defRPr sz="1800">
                <a:solidFill>
                  <a:schemeClr val="bg2"/>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EDIT </a:t>
            </a:r>
          </a:p>
          <a:p>
            <a:pPr lvl="0"/>
            <a:r>
              <a:rPr lang="en-US" dirty="0"/>
              <a:t>SUBHEADER</a:t>
            </a:r>
          </a:p>
        </p:txBody>
      </p:sp>
      <p:sp>
        <p:nvSpPr>
          <p:cNvPr id="17" name="Title 1">
            <a:extLst>
              <a:ext uri="{FF2B5EF4-FFF2-40B4-BE49-F238E27FC236}">
                <a16:creationId xmlns:a16="http://schemas.microsoft.com/office/drawing/2014/main" id="{46E952EA-2837-CB4E-8B0F-81952F645DEB}"/>
              </a:ext>
            </a:extLst>
          </p:cNvPr>
          <p:cNvSpPr>
            <a:spLocks noGrp="1"/>
          </p:cNvSpPr>
          <p:nvPr>
            <p:ph type="title" hasCustomPrompt="1"/>
          </p:nvPr>
        </p:nvSpPr>
        <p:spPr>
          <a:xfrm>
            <a:off x="2160171" y="1802671"/>
            <a:ext cx="9187280" cy="1519338"/>
          </a:xfrm>
        </p:spPr>
        <p:txBody>
          <a:bodyPr anchor="b">
            <a:normAutofit/>
          </a:bodyPr>
          <a:lstStyle>
            <a:lvl1pPr>
              <a:defRPr sz="3600">
                <a:solidFill>
                  <a:schemeClr val="tx1"/>
                </a:solidFill>
              </a:defRPr>
            </a:lvl1pPr>
          </a:lstStyle>
          <a:p>
            <a:r>
              <a:rPr lang="en-US" dirty="0"/>
              <a:t>CLICK TO UPDATE TITLE</a:t>
            </a:r>
          </a:p>
        </p:txBody>
      </p:sp>
      <p:cxnSp>
        <p:nvCxnSpPr>
          <p:cNvPr id="18" name="Straight Connector 17">
            <a:extLst>
              <a:ext uri="{FF2B5EF4-FFF2-40B4-BE49-F238E27FC236}">
                <a16:creationId xmlns:a16="http://schemas.microsoft.com/office/drawing/2014/main" id="{40735B8B-66C2-0B49-A36E-D9B1C2B2BE9A}"/>
              </a:ext>
            </a:extLst>
          </p:cNvPr>
          <p:cNvCxnSpPr>
            <a:cxnSpLocks/>
          </p:cNvCxnSpPr>
          <p:nvPr userDrawn="1"/>
        </p:nvCxnSpPr>
        <p:spPr>
          <a:xfrm>
            <a:off x="1951720" y="2675184"/>
            <a:ext cx="0" cy="129365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55438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2_Section Header Colour">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6310BF59-8731-C740-A94D-C4E6D645D737}"/>
              </a:ext>
            </a:extLst>
          </p:cNvPr>
          <p:cNvPicPr>
            <a:picLocks noChangeAspect="1"/>
          </p:cNvPicPr>
          <p:nvPr userDrawn="1"/>
        </p:nvPicPr>
        <p:blipFill rotWithShape="1">
          <a:blip r:embed="rId2"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rcRect r="13735"/>
          <a:stretch/>
        </p:blipFill>
        <p:spPr>
          <a:xfrm>
            <a:off x="6327039" y="0"/>
            <a:ext cx="5864962" cy="6858000"/>
          </a:xfrm>
          <a:prstGeom prst="rect">
            <a:avLst/>
          </a:prstGeom>
        </p:spPr>
      </p:pic>
      <p:pic>
        <p:nvPicPr>
          <p:cNvPr id="14" name="Graphic 13">
            <a:extLst>
              <a:ext uri="{FF2B5EF4-FFF2-40B4-BE49-F238E27FC236}">
                <a16:creationId xmlns:a16="http://schemas.microsoft.com/office/drawing/2014/main" id="{D8E6709D-68F1-8D4A-B2AA-F6D2F23B68F7}"/>
              </a:ext>
            </a:extLst>
          </p:cNvPr>
          <p:cNvPicPr>
            <a:picLocks noChangeAspect="1"/>
          </p:cNvPicPr>
          <p:nvPr userDrawn="1"/>
        </p:nvPicPr>
        <p:blipFill rotWithShape="1">
          <a:blip r:embed="rId4"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375" t="6989" r="48818" b="6989"/>
          <a:stretch/>
        </p:blipFill>
        <p:spPr>
          <a:xfrm>
            <a:off x="6129866" y="-1"/>
            <a:ext cx="6062134" cy="6858001"/>
          </a:xfrm>
          <a:prstGeom prst="rect">
            <a:avLst/>
          </a:prstGeom>
        </p:spPr>
      </p:pic>
      <p:sp>
        <p:nvSpPr>
          <p:cNvPr id="3" name="Text Placeholder 2">
            <a:extLst>
              <a:ext uri="{FF2B5EF4-FFF2-40B4-BE49-F238E27FC236}">
                <a16:creationId xmlns:a16="http://schemas.microsoft.com/office/drawing/2014/main" id="{6485314C-4838-8945-BA73-A7D02315C109}"/>
              </a:ext>
            </a:extLst>
          </p:cNvPr>
          <p:cNvSpPr>
            <a:spLocks noGrp="1"/>
          </p:cNvSpPr>
          <p:nvPr>
            <p:ph type="body" idx="1" hasCustomPrompt="1"/>
          </p:nvPr>
        </p:nvSpPr>
        <p:spPr>
          <a:xfrm>
            <a:off x="2160171" y="3348903"/>
            <a:ext cx="9187276" cy="1500187"/>
          </a:xfrm>
        </p:spPr>
        <p:txBody>
          <a:bodyPr lIns="0" tIns="72000" rIns="0" bIns="0">
            <a:normAutofit/>
          </a:bodyPr>
          <a:lstStyle>
            <a:lvl1pPr marL="0" indent="0">
              <a:lnSpc>
                <a:spcPct val="80000"/>
              </a:lnSpc>
              <a:spcBef>
                <a:spcPts val="0"/>
              </a:spcBef>
              <a:buNone/>
              <a:defRPr sz="1800">
                <a:solidFill>
                  <a:schemeClr val="bg2">
                    <a:lumMod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EDIT </a:t>
            </a:r>
          </a:p>
          <a:p>
            <a:pPr lvl="0"/>
            <a:r>
              <a:rPr lang="en-US" dirty="0"/>
              <a:t>SUBHEADER</a:t>
            </a:r>
          </a:p>
        </p:txBody>
      </p:sp>
      <p:sp>
        <p:nvSpPr>
          <p:cNvPr id="2" name="Title 1">
            <a:extLst>
              <a:ext uri="{FF2B5EF4-FFF2-40B4-BE49-F238E27FC236}">
                <a16:creationId xmlns:a16="http://schemas.microsoft.com/office/drawing/2014/main" id="{B3B9B89D-56DE-004D-80ED-B2541B2268A3}"/>
              </a:ext>
            </a:extLst>
          </p:cNvPr>
          <p:cNvSpPr>
            <a:spLocks noGrp="1"/>
          </p:cNvSpPr>
          <p:nvPr>
            <p:ph type="title" hasCustomPrompt="1"/>
          </p:nvPr>
        </p:nvSpPr>
        <p:spPr>
          <a:xfrm>
            <a:off x="2160171" y="1802671"/>
            <a:ext cx="9187280" cy="1519338"/>
          </a:xfrm>
        </p:spPr>
        <p:txBody>
          <a:bodyPr anchor="b">
            <a:normAutofit/>
          </a:bodyPr>
          <a:lstStyle>
            <a:lvl1pPr>
              <a:defRPr sz="3600"/>
            </a:lvl1pPr>
          </a:lstStyle>
          <a:p>
            <a:r>
              <a:rPr lang="en-US" dirty="0"/>
              <a:t>CLICK TO UPDATE TITLE</a:t>
            </a:r>
          </a:p>
        </p:txBody>
      </p:sp>
      <p:sp>
        <p:nvSpPr>
          <p:cNvPr id="5" name="Title 1">
            <a:extLst>
              <a:ext uri="{FF2B5EF4-FFF2-40B4-BE49-F238E27FC236}">
                <a16:creationId xmlns:a16="http://schemas.microsoft.com/office/drawing/2014/main" id="{DD155C1A-0EB8-754C-ABD3-65EBDBF229A4}"/>
              </a:ext>
            </a:extLst>
          </p:cNvPr>
          <p:cNvSpPr txBox="1">
            <a:spLocks/>
          </p:cNvSpPr>
          <p:nvPr userDrawn="1"/>
        </p:nvSpPr>
        <p:spPr>
          <a:xfrm>
            <a:off x="1206291" y="2841040"/>
            <a:ext cx="953882" cy="1175920"/>
          </a:xfrm>
          <a:prstGeom prst="rect">
            <a:avLst/>
          </a:prstGeom>
        </p:spPr>
        <p:txBody>
          <a:bodyPr vert="horz" lIns="0" tIns="0" rIns="0" bIns="0" rtlCol="0" anchor="t">
            <a:noAutofit/>
          </a:bodyPr>
          <a:lstStyle>
            <a:lvl1pPr algn="ctr" defTabSz="914377" rtl="0" eaLnBrk="1" latinLnBrk="0" hangingPunct="1">
              <a:lnSpc>
                <a:spcPct val="80000"/>
              </a:lnSpc>
              <a:spcBef>
                <a:spcPct val="0"/>
              </a:spcBef>
              <a:buNone/>
              <a:defRPr sz="3600" b="1" i="0" kern="1200">
                <a:solidFill>
                  <a:schemeClr val="tx1"/>
                </a:solidFill>
                <a:latin typeface="Gotham Bold" panose="02000604040000020004" pitchFamily="2" charset="0"/>
                <a:ea typeface="+mj-ea"/>
                <a:cs typeface="+mj-cs"/>
              </a:defRPr>
            </a:lvl1pPr>
          </a:lstStyle>
          <a:p>
            <a:pPr algn="l"/>
            <a:r>
              <a:rPr lang="en-US" sz="8800" dirty="0">
                <a:solidFill>
                  <a:schemeClr val="accent1"/>
                </a:solidFill>
                <a:latin typeface="Gotham Book Regular" panose="02000603040000020004" pitchFamily="2" charset="77"/>
              </a:rPr>
              <a:t>2</a:t>
            </a:r>
          </a:p>
        </p:txBody>
      </p:sp>
      <p:cxnSp>
        <p:nvCxnSpPr>
          <p:cNvPr id="7" name="Straight Connector 6">
            <a:extLst>
              <a:ext uri="{FF2B5EF4-FFF2-40B4-BE49-F238E27FC236}">
                <a16:creationId xmlns:a16="http://schemas.microsoft.com/office/drawing/2014/main" id="{657F3C09-F55A-C743-8A01-53A8322D5503}"/>
              </a:ext>
            </a:extLst>
          </p:cNvPr>
          <p:cNvCxnSpPr>
            <a:cxnSpLocks/>
          </p:cNvCxnSpPr>
          <p:nvPr userDrawn="1"/>
        </p:nvCxnSpPr>
        <p:spPr>
          <a:xfrm>
            <a:off x="1951720" y="2675184"/>
            <a:ext cx="0" cy="129365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853717DF-092E-1747-9215-46B8671EF7B3}"/>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a:extLst>
              <a:ext uri="{FF2B5EF4-FFF2-40B4-BE49-F238E27FC236}">
                <a16:creationId xmlns:a16="http://schemas.microsoft.com/office/drawing/2014/main" id="{34D22576-494B-4840-B7E8-8E0CDDDABB45}"/>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10292FE8-C843-A844-B848-2DBB0900D2AF}"/>
              </a:ext>
            </a:extLst>
          </p:cNvPr>
          <p:cNvPicPr>
            <a:picLocks noChangeAspect="1"/>
          </p:cNvPicPr>
          <p:nvPr userDrawn="1"/>
        </p:nvPicPr>
        <p:blipFill>
          <a:blip r:embed="rId6" cstate="email">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167582" y="6228013"/>
            <a:ext cx="549287" cy="256676"/>
          </a:xfrm>
          <a:prstGeom prst="rect">
            <a:avLst/>
          </a:prstGeom>
        </p:spPr>
      </p:pic>
    </p:spTree>
    <p:extLst>
      <p:ext uri="{BB962C8B-B14F-4D97-AF65-F5344CB8AC3E}">
        <p14:creationId xmlns:p14="http://schemas.microsoft.com/office/powerpoint/2010/main" val="41862702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Section Header Colour">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4867755-2FD4-DA49-8525-2EED36F9273B}"/>
              </a:ext>
            </a:extLst>
          </p:cNvPr>
          <p:cNvPicPr>
            <a:picLocks noChangeAspect="1"/>
          </p:cNvPicPr>
          <p:nvPr userDrawn="1"/>
        </p:nvPicPr>
        <p:blipFill>
          <a:blip r:embed="rId2"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0891" y="0"/>
            <a:ext cx="9641109" cy="6858000"/>
          </a:xfrm>
          <a:prstGeom prst="rect">
            <a:avLst/>
          </a:prstGeom>
        </p:spPr>
      </p:pic>
      <p:sp>
        <p:nvSpPr>
          <p:cNvPr id="12" name="Rectangle 11">
            <a:extLst>
              <a:ext uri="{FF2B5EF4-FFF2-40B4-BE49-F238E27FC236}">
                <a16:creationId xmlns:a16="http://schemas.microsoft.com/office/drawing/2014/main" id="{853717DF-092E-1747-9215-46B8671EF7B3}"/>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a:extLst>
              <a:ext uri="{FF2B5EF4-FFF2-40B4-BE49-F238E27FC236}">
                <a16:creationId xmlns:a16="http://schemas.microsoft.com/office/drawing/2014/main" id="{34D22576-494B-4840-B7E8-8E0CDDDABB45}"/>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AFBD3E23-2D01-D941-9F55-8AECCA93C3F1}"/>
              </a:ext>
            </a:extLst>
          </p:cNvPr>
          <p:cNvPicPr>
            <a:picLocks noChangeAspect="1"/>
          </p:cNvPicPr>
          <p:nvPr userDrawn="1"/>
        </p:nvPicPr>
        <p:blipFill>
          <a:blip r:embed="rId4"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167582" y="6228013"/>
            <a:ext cx="549287" cy="256676"/>
          </a:xfrm>
          <a:prstGeom prst="rect">
            <a:avLst/>
          </a:prstGeom>
        </p:spPr>
      </p:pic>
      <p:sp>
        <p:nvSpPr>
          <p:cNvPr id="9" name="Title 1">
            <a:extLst>
              <a:ext uri="{FF2B5EF4-FFF2-40B4-BE49-F238E27FC236}">
                <a16:creationId xmlns:a16="http://schemas.microsoft.com/office/drawing/2014/main" id="{03C5D8B1-9665-D04C-8527-7A3615DAA8B9}"/>
              </a:ext>
            </a:extLst>
          </p:cNvPr>
          <p:cNvSpPr txBox="1">
            <a:spLocks/>
          </p:cNvSpPr>
          <p:nvPr userDrawn="1"/>
        </p:nvSpPr>
        <p:spPr>
          <a:xfrm>
            <a:off x="1206291" y="2841040"/>
            <a:ext cx="953882" cy="1175920"/>
          </a:xfrm>
          <a:prstGeom prst="rect">
            <a:avLst/>
          </a:prstGeom>
        </p:spPr>
        <p:txBody>
          <a:bodyPr vert="horz" lIns="0" tIns="0" rIns="0" bIns="0" rtlCol="0" anchor="t">
            <a:noAutofit/>
          </a:bodyPr>
          <a:lstStyle>
            <a:lvl1pPr algn="ctr" defTabSz="914377" rtl="0" eaLnBrk="1" latinLnBrk="0" hangingPunct="1">
              <a:lnSpc>
                <a:spcPct val="80000"/>
              </a:lnSpc>
              <a:spcBef>
                <a:spcPct val="0"/>
              </a:spcBef>
              <a:buNone/>
              <a:defRPr sz="3600" b="1" i="0" kern="1200">
                <a:solidFill>
                  <a:schemeClr val="tx1"/>
                </a:solidFill>
                <a:latin typeface="Gotham Bold" panose="02000604040000020004" pitchFamily="2" charset="0"/>
                <a:ea typeface="+mj-ea"/>
                <a:cs typeface="+mj-cs"/>
              </a:defRPr>
            </a:lvl1pPr>
          </a:lstStyle>
          <a:p>
            <a:pPr algn="l"/>
            <a:r>
              <a:rPr lang="en-US" sz="8800" dirty="0">
                <a:solidFill>
                  <a:schemeClr val="accent1"/>
                </a:solidFill>
                <a:latin typeface="Gotham Book Regular" panose="02000603040000020004" pitchFamily="2" charset="77"/>
              </a:rPr>
              <a:t>3</a:t>
            </a:r>
          </a:p>
        </p:txBody>
      </p:sp>
      <p:sp>
        <p:nvSpPr>
          <p:cNvPr id="16" name="Text Placeholder 2">
            <a:extLst>
              <a:ext uri="{FF2B5EF4-FFF2-40B4-BE49-F238E27FC236}">
                <a16:creationId xmlns:a16="http://schemas.microsoft.com/office/drawing/2014/main" id="{87BE0750-CFCA-2946-80A3-2EF4D3E6D38E}"/>
              </a:ext>
            </a:extLst>
          </p:cNvPr>
          <p:cNvSpPr>
            <a:spLocks noGrp="1"/>
          </p:cNvSpPr>
          <p:nvPr>
            <p:ph type="body" idx="1" hasCustomPrompt="1"/>
          </p:nvPr>
        </p:nvSpPr>
        <p:spPr>
          <a:xfrm>
            <a:off x="2160171" y="3348903"/>
            <a:ext cx="9187276" cy="1500187"/>
          </a:xfrm>
        </p:spPr>
        <p:txBody>
          <a:bodyPr lIns="0" tIns="72000" rIns="0" bIns="0">
            <a:normAutofit/>
          </a:bodyPr>
          <a:lstStyle>
            <a:lvl1pPr marL="0" indent="0">
              <a:lnSpc>
                <a:spcPct val="80000"/>
              </a:lnSpc>
              <a:spcBef>
                <a:spcPts val="0"/>
              </a:spcBef>
              <a:buNone/>
              <a:defRPr sz="1800">
                <a:solidFill>
                  <a:schemeClr val="bg2">
                    <a:lumMod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EDIT </a:t>
            </a:r>
          </a:p>
          <a:p>
            <a:pPr lvl="0"/>
            <a:r>
              <a:rPr lang="en-US" dirty="0"/>
              <a:t>SUBHEADER</a:t>
            </a:r>
          </a:p>
        </p:txBody>
      </p:sp>
      <p:sp>
        <p:nvSpPr>
          <p:cNvPr id="17" name="Title 1">
            <a:extLst>
              <a:ext uri="{FF2B5EF4-FFF2-40B4-BE49-F238E27FC236}">
                <a16:creationId xmlns:a16="http://schemas.microsoft.com/office/drawing/2014/main" id="{4DE028A1-E173-E94E-BA76-5332CCCF0A52}"/>
              </a:ext>
            </a:extLst>
          </p:cNvPr>
          <p:cNvSpPr>
            <a:spLocks noGrp="1"/>
          </p:cNvSpPr>
          <p:nvPr>
            <p:ph type="title" hasCustomPrompt="1"/>
          </p:nvPr>
        </p:nvSpPr>
        <p:spPr>
          <a:xfrm>
            <a:off x="2160171" y="1802671"/>
            <a:ext cx="9187280" cy="1519338"/>
          </a:xfrm>
        </p:spPr>
        <p:txBody>
          <a:bodyPr anchor="b">
            <a:normAutofit/>
          </a:bodyPr>
          <a:lstStyle>
            <a:lvl1pPr>
              <a:defRPr sz="3600"/>
            </a:lvl1pPr>
          </a:lstStyle>
          <a:p>
            <a:r>
              <a:rPr lang="en-US" dirty="0"/>
              <a:t>CLICK TO UPDATE TITLE</a:t>
            </a:r>
          </a:p>
        </p:txBody>
      </p:sp>
      <p:cxnSp>
        <p:nvCxnSpPr>
          <p:cNvPr id="18" name="Straight Connector 17">
            <a:extLst>
              <a:ext uri="{FF2B5EF4-FFF2-40B4-BE49-F238E27FC236}">
                <a16:creationId xmlns:a16="http://schemas.microsoft.com/office/drawing/2014/main" id="{B355C18D-14A6-C143-9A0F-548812722E38}"/>
              </a:ext>
            </a:extLst>
          </p:cNvPr>
          <p:cNvCxnSpPr>
            <a:cxnSpLocks/>
          </p:cNvCxnSpPr>
          <p:nvPr userDrawn="1"/>
        </p:nvCxnSpPr>
        <p:spPr>
          <a:xfrm>
            <a:off x="1951720" y="2675184"/>
            <a:ext cx="0" cy="129365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52328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4745DF-B3FD-664F-882F-16C96A240100}"/>
              </a:ext>
            </a:extLst>
          </p:cNvPr>
          <p:cNvSpPr>
            <a:spLocks noGrp="1"/>
          </p:cNvSpPr>
          <p:nvPr>
            <p:ph idx="1"/>
          </p:nvPr>
        </p:nvSpPr>
        <p:spPr>
          <a:xfrm>
            <a:off x="1200148" y="1825625"/>
            <a:ext cx="10153651" cy="4267199"/>
          </a:xfrm>
        </p:spPr>
        <p:txBody>
          <a:bodyPr/>
          <a:lstStyle>
            <a:lvl1pPr>
              <a:buClr>
                <a:schemeClr val="accent1"/>
              </a:buClr>
              <a:defRPr sz="1600"/>
            </a:lvl1pPr>
            <a:lvl2pPr>
              <a:buClr>
                <a:schemeClr val="accent1"/>
              </a:buClr>
              <a:defRPr sz="1400"/>
            </a:lvl2pPr>
            <a:lvl3pPr>
              <a:buClr>
                <a:schemeClr val="accent1"/>
              </a:buClr>
              <a:defRPr sz="1200"/>
            </a:lvl3pPr>
            <a:lvl4pPr>
              <a:buClr>
                <a:schemeClr val="accent1"/>
              </a:buClr>
              <a:defRPr sz="1000"/>
            </a:lvl4pPr>
            <a:lvl5pPr>
              <a:buClr>
                <a:schemeClr val="accent1"/>
              </a:buClr>
              <a:defRPr sz="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D6CE7561-0643-7147-9BB4-708F6C0791B2}"/>
              </a:ext>
            </a:extLst>
          </p:cNvPr>
          <p:cNvSpPr>
            <a:spLocks noGrp="1"/>
          </p:cNvSpPr>
          <p:nvPr>
            <p:ph type="title" hasCustomPrompt="1"/>
          </p:nvPr>
        </p:nvSpPr>
        <p:spPr>
          <a:xfrm>
            <a:off x="1200149" y="775808"/>
            <a:ext cx="9039003" cy="443198"/>
          </a:xfrm>
        </p:spPr>
        <p:txBody>
          <a:bodyPr anchor="t">
            <a:noAutofit/>
          </a:bodyPr>
          <a:lstStyle>
            <a:lvl1pPr>
              <a:defRPr sz="3600" b="0">
                <a:solidFill>
                  <a:schemeClr val="tx1"/>
                </a:solidFill>
                <a:latin typeface="Gotham Regular" panose="02000604040000020004" pitchFamily="2" charset="0"/>
              </a:defRPr>
            </a:lvl1pPr>
          </a:lstStyle>
          <a:p>
            <a:r>
              <a:rPr lang="en-US" dirty="0"/>
              <a:t>CLICK TO EDIT MASTER TITLE</a:t>
            </a:r>
          </a:p>
        </p:txBody>
      </p:sp>
      <p:sp>
        <p:nvSpPr>
          <p:cNvPr id="9" name="Rectangle 8">
            <a:extLst>
              <a:ext uri="{FF2B5EF4-FFF2-40B4-BE49-F238E27FC236}">
                <a16:creationId xmlns:a16="http://schemas.microsoft.com/office/drawing/2014/main" id="{11C38457-2784-F048-A28A-0E1E32D8CD51}"/>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9">
            <a:extLst>
              <a:ext uri="{FF2B5EF4-FFF2-40B4-BE49-F238E27FC236}">
                <a16:creationId xmlns:a16="http://schemas.microsoft.com/office/drawing/2014/main" id="{F8B140D4-3649-1B4D-928C-63CAD096BB13}"/>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4">
            <a:extLst>
              <a:ext uri="{FF2B5EF4-FFF2-40B4-BE49-F238E27FC236}">
                <a16:creationId xmlns:a16="http://schemas.microsoft.com/office/drawing/2014/main" id="{DB69472B-61FC-8E45-9826-89E6C3BAC4C0}"/>
              </a:ext>
            </a:extLst>
          </p:cNvPr>
          <p:cNvSpPr txBox="1">
            <a:spLocks/>
          </p:cNvSpPr>
          <p:nvPr userDrawn="1"/>
        </p:nvSpPr>
        <p:spPr>
          <a:xfrm rot="16200000">
            <a:off x="-578903" y="5769015"/>
            <a:ext cx="1602136" cy="201133"/>
          </a:xfrm>
          <a:prstGeom prst="rect">
            <a:avLst/>
          </a:prstGeom>
        </p:spPr>
        <p:txBody>
          <a:bodyPr vert="horz" lIns="0" tIns="0" rIns="0" bIns="0" rtlCol="0" anchor="t"/>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80000"/>
              </a:lnSpc>
            </a:pPr>
            <a:r>
              <a:rPr lang="en-US" altLang="zh-CN" sz="1000" dirty="0">
                <a:solidFill>
                  <a:schemeClr val="tx1"/>
                </a:solidFill>
                <a:latin typeface="Gotham Book" panose="02000604040000020004" pitchFamily="2" charset="0"/>
              </a:rPr>
              <a:t>CONFIDENTIAL </a:t>
            </a:r>
            <a:r>
              <a:rPr lang="zh-CN" altLang="en-US" sz="1000" dirty="0">
                <a:solidFill>
                  <a:schemeClr val="tx1"/>
                </a:solidFill>
                <a:latin typeface="Gotham Book" panose="02000604040000020004" pitchFamily="2" charset="0"/>
              </a:rPr>
              <a:t> </a:t>
            </a:r>
            <a:r>
              <a:rPr lang="en-US" altLang="zh-CN" sz="1000" dirty="0">
                <a:solidFill>
                  <a:schemeClr val="tx1"/>
                </a:solidFill>
                <a:latin typeface="Gotham Book" panose="02000604040000020004" pitchFamily="2" charset="0"/>
              </a:rPr>
              <a:t>  </a:t>
            </a:r>
            <a:fld id="{FA84A37A-AFC2-4A01-80A1-FC20F2C0D5BB}" type="slidenum">
              <a:rPr lang="en-US" sz="1000" smtClean="0">
                <a:solidFill>
                  <a:schemeClr val="tx1"/>
                </a:solidFill>
                <a:latin typeface="Gotham Book" panose="02000604040000020004" pitchFamily="2" charset="0"/>
              </a:rPr>
              <a:pPr algn="l">
                <a:lnSpc>
                  <a:spcPct val="80000"/>
                </a:lnSpc>
              </a:pPr>
              <a:t>‹#›</a:t>
            </a:fld>
            <a:endParaRPr lang="en-US" sz="1000" dirty="0">
              <a:solidFill>
                <a:schemeClr val="tx1"/>
              </a:solidFill>
              <a:latin typeface="Gotham Book" panose="02000604040000020004" pitchFamily="2" charset="0"/>
            </a:endParaRPr>
          </a:p>
        </p:txBody>
      </p:sp>
    </p:spTree>
    <p:extLst>
      <p:ext uri="{BB962C8B-B14F-4D97-AF65-F5344CB8AC3E}">
        <p14:creationId xmlns:p14="http://schemas.microsoft.com/office/powerpoint/2010/main" val="3930304694"/>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58C1C7-7D54-D245-804F-7984A9747A80}"/>
              </a:ext>
            </a:extLst>
          </p:cNvPr>
          <p:cNvSpPr>
            <a:spLocks noGrp="1"/>
          </p:cNvSpPr>
          <p:nvPr>
            <p:ph sz="half" idx="1"/>
          </p:nvPr>
        </p:nvSpPr>
        <p:spPr>
          <a:xfrm>
            <a:off x="1200150" y="1825625"/>
            <a:ext cx="4819650" cy="4351339"/>
          </a:xfrm>
        </p:spPr>
        <p:txBody>
          <a:bodyPr/>
          <a:lstStyle>
            <a:lvl1pPr>
              <a:buClr>
                <a:schemeClr val="accent1"/>
              </a:buClr>
              <a:defRPr sz="1600"/>
            </a:lvl1pPr>
            <a:lvl2pPr>
              <a:buClr>
                <a:schemeClr val="accent1"/>
              </a:buClr>
              <a:defRPr sz="1400"/>
            </a:lvl2pPr>
            <a:lvl3pPr>
              <a:buClr>
                <a:schemeClr val="accent1"/>
              </a:buClr>
              <a:defRPr sz="1200"/>
            </a:lvl3pPr>
            <a:lvl4pPr>
              <a:buClr>
                <a:schemeClr val="accent1"/>
              </a:buClr>
              <a:defRPr sz="1000"/>
            </a:lvl4pPr>
            <a:lvl5pPr marL="1828755" indent="0">
              <a:buClr>
                <a:schemeClr val="accent1"/>
              </a:buClr>
              <a:buNone/>
              <a:defRPr sz="800"/>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4" name="Content Placeholder 3">
            <a:extLst>
              <a:ext uri="{FF2B5EF4-FFF2-40B4-BE49-F238E27FC236}">
                <a16:creationId xmlns:a16="http://schemas.microsoft.com/office/drawing/2014/main" id="{57CFE92F-F937-9F41-ACFA-6CDAC73B2C44}"/>
              </a:ext>
            </a:extLst>
          </p:cNvPr>
          <p:cNvSpPr>
            <a:spLocks noGrp="1"/>
          </p:cNvSpPr>
          <p:nvPr>
            <p:ph sz="half" idx="2"/>
          </p:nvPr>
        </p:nvSpPr>
        <p:spPr>
          <a:xfrm>
            <a:off x="6172200" y="1825625"/>
            <a:ext cx="5181600" cy="4351339"/>
          </a:xfrm>
        </p:spPr>
        <p:txBody>
          <a:bodyPr/>
          <a:lstStyle>
            <a:lvl1pPr>
              <a:buClr>
                <a:schemeClr val="accent1"/>
              </a:buClr>
              <a:defRPr sz="1600"/>
            </a:lvl1pPr>
            <a:lvl2pPr>
              <a:buClr>
                <a:schemeClr val="accent1"/>
              </a:buClr>
              <a:defRPr sz="1400"/>
            </a:lvl2pPr>
            <a:lvl3pPr>
              <a:buClr>
                <a:schemeClr val="accent1"/>
              </a:buClr>
              <a:defRPr sz="1200"/>
            </a:lvl3pPr>
            <a:lvl4pPr>
              <a:buClr>
                <a:schemeClr val="accent1"/>
              </a:buClr>
              <a:defRPr sz="1000"/>
            </a:lvl4pPr>
            <a:lvl5pPr marL="1828755" indent="0">
              <a:buClr>
                <a:schemeClr val="accent1"/>
              </a:buClr>
              <a:buNone/>
              <a:defRPr sz="1000"/>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8" name="Rectangle 7">
            <a:extLst>
              <a:ext uri="{FF2B5EF4-FFF2-40B4-BE49-F238E27FC236}">
                <a16:creationId xmlns:a16="http://schemas.microsoft.com/office/drawing/2014/main" id="{8F52A9B2-7AA6-CA4B-AB94-DA79C7371513}"/>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Rectangle 8">
            <a:extLst>
              <a:ext uri="{FF2B5EF4-FFF2-40B4-BE49-F238E27FC236}">
                <a16:creationId xmlns:a16="http://schemas.microsoft.com/office/drawing/2014/main" id="{74093D1B-F2E3-2F48-BBDC-1EBF83134E12}"/>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a:extLst>
              <a:ext uri="{FF2B5EF4-FFF2-40B4-BE49-F238E27FC236}">
                <a16:creationId xmlns:a16="http://schemas.microsoft.com/office/drawing/2014/main" id="{CCF3B9A0-F1C2-9E47-BF4F-D73FF3FECD4C}"/>
              </a:ext>
            </a:extLst>
          </p:cNvPr>
          <p:cNvPicPr>
            <a:picLocks noChangeAspect="1"/>
          </p:cNvPicPr>
          <p:nvPr userDrawn="1"/>
        </p:nvPicPr>
        <p:blipFill>
          <a:blip r:embed="rId2"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26831" y="6228013"/>
            <a:ext cx="990038" cy="256676"/>
          </a:xfrm>
          <a:prstGeom prst="rect">
            <a:avLst/>
          </a:prstGeom>
        </p:spPr>
      </p:pic>
      <p:sp>
        <p:nvSpPr>
          <p:cNvPr id="14" name="Slide Number Placeholder 4">
            <a:extLst>
              <a:ext uri="{FF2B5EF4-FFF2-40B4-BE49-F238E27FC236}">
                <a16:creationId xmlns:a16="http://schemas.microsoft.com/office/drawing/2014/main" id="{7308C8FB-506B-C14A-B6A3-A78C62F158C9}"/>
              </a:ext>
            </a:extLst>
          </p:cNvPr>
          <p:cNvSpPr txBox="1">
            <a:spLocks/>
          </p:cNvSpPr>
          <p:nvPr userDrawn="1"/>
        </p:nvSpPr>
        <p:spPr>
          <a:xfrm rot="16200000">
            <a:off x="-578903" y="5769015"/>
            <a:ext cx="1602136" cy="201133"/>
          </a:xfrm>
          <a:prstGeom prst="rect">
            <a:avLst/>
          </a:prstGeom>
        </p:spPr>
        <p:txBody>
          <a:bodyPr vert="horz" lIns="0" tIns="0" rIns="0" bIns="0" rtlCol="0" anchor="t"/>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80000"/>
              </a:lnSpc>
            </a:pPr>
            <a:r>
              <a:rPr lang="en-US" altLang="zh-CN" sz="1000" dirty="0">
                <a:solidFill>
                  <a:schemeClr val="tx1"/>
                </a:solidFill>
                <a:latin typeface="Gotham Book" panose="02000604040000020004" pitchFamily="2" charset="0"/>
              </a:rPr>
              <a:t>CONFIDENTIAL </a:t>
            </a:r>
            <a:r>
              <a:rPr lang="zh-CN" altLang="en-US" sz="1000" dirty="0">
                <a:solidFill>
                  <a:schemeClr val="tx1"/>
                </a:solidFill>
                <a:latin typeface="Gotham Book" panose="02000604040000020004" pitchFamily="2" charset="0"/>
              </a:rPr>
              <a:t> </a:t>
            </a:r>
            <a:r>
              <a:rPr lang="en-US" altLang="zh-CN" sz="1000" dirty="0">
                <a:solidFill>
                  <a:schemeClr val="tx1"/>
                </a:solidFill>
                <a:latin typeface="Gotham Book" panose="02000604040000020004" pitchFamily="2" charset="0"/>
              </a:rPr>
              <a:t>  </a:t>
            </a:r>
            <a:fld id="{FA84A37A-AFC2-4A01-80A1-FC20F2C0D5BB}" type="slidenum">
              <a:rPr lang="en-US" sz="1000" smtClean="0">
                <a:solidFill>
                  <a:schemeClr val="tx1"/>
                </a:solidFill>
                <a:latin typeface="Gotham Book" panose="02000604040000020004" pitchFamily="2" charset="0"/>
              </a:rPr>
              <a:pPr algn="l">
                <a:lnSpc>
                  <a:spcPct val="80000"/>
                </a:lnSpc>
              </a:pPr>
              <a:t>‹#›</a:t>
            </a:fld>
            <a:endParaRPr lang="en-US" sz="1000" dirty="0">
              <a:solidFill>
                <a:schemeClr val="tx1"/>
              </a:solidFill>
              <a:latin typeface="Gotham Book" panose="02000604040000020004" pitchFamily="2" charset="0"/>
            </a:endParaRPr>
          </a:p>
        </p:txBody>
      </p:sp>
      <p:sp>
        <p:nvSpPr>
          <p:cNvPr id="13" name="Title 1">
            <a:extLst>
              <a:ext uri="{FF2B5EF4-FFF2-40B4-BE49-F238E27FC236}">
                <a16:creationId xmlns:a16="http://schemas.microsoft.com/office/drawing/2014/main" id="{1EF077E0-B1D9-C44F-B9EC-8553865EE391}"/>
              </a:ext>
            </a:extLst>
          </p:cNvPr>
          <p:cNvSpPr>
            <a:spLocks noGrp="1"/>
          </p:cNvSpPr>
          <p:nvPr>
            <p:ph type="title" hasCustomPrompt="1"/>
          </p:nvPr>
        </p:nvSpPr>
        <p:spPr>
          <a:xfrm>
            <a:off x="1200149" y="775808"/>
            <a:ext cx="9039003" cy="443198"/>
          </a:xfrm>
        </p:spPr>
        <p:txBody>
          <a:bodyPr anchor="t">
            <a:noAutofit/>
          </a:bodyPr>
          <a:lstStyle>
            <a:lvl1pPr>
              <a:defRPr sz="3600" b="0">
                <a:solidFill>
                  <a:schemeClr val="tx1"/>
                </a:solidFill>
                <a:latin typeface="Gotham Regular" panose="02000604040000020004" pitchFamily="2" charset="0"/>
              </a:defRPr>
            </a:lvl1pPr>
          </a:lstStyle>
          <a:p>
            <a:r>
              <a:rPr lang="en-US" dirty="0"/>
              <a:t>CLICK TO EDIT MASTER TITLE</a:t>
            </a:r>
          </a:p>
        </p:txBody>
      </p:sp>
    </p:spTree>
    <p:extLst>
      <p:ext uri="{BB962C8B-B14F-4D97-AF65-F5344CB8AC3E}">
        <p14:creationId xmlns:p14="http://schemas.microsoft.com/office/powerpoint/2010/main" val="3182679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90883E1-8D85-8746-8043-EA4639BEE76B}"/>
              </a:ext>
            </a:extLst>
          </p:cNvPr>
          <p:cNvSpPr>
            <a:spLocks noGrp="1"/>
          </p:cNvSpPr>
          <p:nvPr>
            <p:ph type="body" idx="1"/>
          </p:nvPr>
        </p:nvSpPr>
        <p:spPr>
          <a:xfrm>
            <a:off x="1200149" y="1828800"/>
            <a:ext cx="4797427" cy="428264"/>
          </a:xfrm>
        </p:spPr>
        <p:txBody>
          <a:bodyPr lIns="0" tIns="0" rIns="0" bIns="0" anchor="t">
            <a:normAutofit/>
          </a:bodyPr>
          <a:lstStyle>
            <a:lvl1pPr marL="0" indent="0">
              <a:buNone/>
              <a:defRPr sz="1400" b="1">
                <a:solidFill>
                  <a:schemeClr val="accent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12FA71AF-590B-9544-848D-104061E2E4CD}"/>
              </a:ext>
            </a:extLst>
          </p:cNvPr>
          <p:cNvSpPr>
            <a:spLocks noGrp="1"/>
          </p:cNvSpPr>
          <p:nvPr>
            <p:ph sz="half" idx="2"/>
          </p:nvPr>
        </p:nvSpPr>
        <p:spPr>
          <a:xfrm>
            <a:off x="1200150" y="2361235"/>
            <a:ext cx="4797426" cy="3828428"/>
          </a:xfrm>
        </p:spPr>
        <p:txBody>
          <a:bodyPr>
            <a:normAutofit/>
          </a:bodyPr>
          <a:lstStyle>
            <a:lvl1pPr marL="172800" indent="-172800">
              <a:spcBef>
                <a:spcPts val="0"/>
              </a:spcBef>
              <a:buClr>
                <a:schemeClr val="accent1"/>
              </a:buClr>
              <a:defRPr sz="1200"/>
            </a:lvl1pPr>
            <a:lvl2pPr>
              <a:buClr>
                <a:schemeClr val="accent1"/>
              </a:buClr>
              <a:defRPr sz="1200"/>
            </a:lvl2pPr>
            <a:lvl3pPr>
              <a:buClr>
                <a:schemeClr val="accent1"/>
              </a:buClr>
              <a:defRPr sz="1000"/>
            </a:lvl3pPr>
            <a:lvl4pPr>
              <a:buClr>
                <a:schemeClr val="accent1"/>
              </a:buClr>
              <a:defRPr sz="1200"/>
            </a:lvl4pPr>
            <a:lvl5pPr>
              <a:buClr>
                <a:schemeClr val="accent1"/>
              </a:buClr>
              <a:defRPr sz="1200"/>
            </a:lvl5pPr>
          </a:lstStyle>
          <a:p>
            <a:pPr lvl="0"/>
            <a:r>
              <a:rPr lang="en-US" dirty="0"/>
              <a:t>Edit Master text styles</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6B3A7FD8-9360-3543-B0E4-FC84A39E5C37}"/>
              </a:ext>
            </a:extLst>
          </p:cNvPr>
          <p:cNvSpPr>
            <a:spLocks noGrp="1"/>
          </p:cNvSpPr>
          <p:nvPr>
            <p:ph type="body" sz="quarter" idx="3"/>
          </p:nvPr>
        </p:nvSpPr>
        <p:spPr>
          <a:xfrm>
            <a:off x="6285053" y="1828800"/>
            <a:ext cx="5070336" cy="428264"/>
          </a:xfrm>
        </p:spPr>
        <p:txBody>
          <a:bodyPr lIns="0" tIns="0" rIns="0" bIns="0" anchor="t">
            <a:normAutofit/>
          </a:bodyPr>
          <a:lstStyle>
            <a:lvl1pPr marL="0" indent="0">
              <a:buNone/>
              <a:defRPr sz="1400" b="1">
                <a:solidFill>
                  <a:schemeClr val="accent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Edit Master text styles</a:t>
            </a:r>
          </a:p>
        </p:txBody>
      </p:sp>
      <p:sp>
        <p:nvSpPr>
          <p:cNvPr id="6" name="Content Placeholder 5">
            <a:extLst>
              <a:ext uri="{FF2B5EF4-FFF2-40B4-BE49-F238E27FC236}">
                <a16:creationId xmlns:a16="http://schemas.microsoft.com/office/drawing/2014/main" id="{68CB44F3-E6C8-E24F-A05E-68BCBC365483}"/>
              </a:ext>
            </a:extLst>
          </p:cNvPr>
          <p:cNvSpPr>
            <a:spLocks noGrp="1"/>
          </p:cNvSpPr>
          <p:nvPr>
            <p:ph sz="quarter" idx="4"/>
          </p:nvPr>
        </p:nvSpPr>
        <p:spPr>
          <a:xfrm>
            <a:off x="6285053" y="2361235"/>
            <a:ext cx="5070336" cy="3828428"/>
          </a:xfrm>
        </p:spPr>
        <p:txBody>
          <a:bodyPr>
            <a:normAutofit/>
          </a:bodyPr>
          <a:lstStyle>
            <a:lvl1pPr marL="172800" indent="-172800">
              <a:spcBef>
                <a:spcPts val="0"/>
              </a:spcBef>
              <a:buClr>
                <a:schemeClr val="accent1"/>
              </a:buClr>
              <a:defRPr sz="1200"/>
            </a:lvl1pPr>
            <a:lvl2pPr>
              <a:buClr>
                <a:schemeClr val="accent1"/>
              </a:buClr>
              <a:defRPr sz="1200"/>
            </a:lvl2pPr>
            <a:lvl3pPr>
              <a:buClr>
                <a:schemeClr val="accent1"/>
              </a:buClr>
              <a:defRPr sz="1000"/>
            </a:lvl3pPr>
            <a:lvl4pPr>
              <a:buClr>
                <a:schemeClr val="accent1"/>
              </a:buClr>
              <a:defRPr sz="1200"/>
            </a:lvl4pPr>
            <a:lvl5pPr>
              <a:buClr>
                <a:schemeClr val="accent1"/>
              </a:buClr>
              <a:defRPr sz="1200"/>
            </a:lvl5pPr>
          </a:lstStyle>
          <a:p>
            <a:pPr lvl="0"/>
            <a:r>
              <a:rPr lang="en-US" dirty="0"/>
              <a:t>Edit Master text styles</a:t>
            </a:r>
          </a:p>
          <a:p>
            <a:pPr lvl="1"/>
            <a:r>
              <a:rPr lang="en-US" dirty="0"/>
              <a:t>Second level</a:t>
            </a:r>
          </a:p>
          <a:p>
            <a:pPr lvl="2"/>
            <a:r>
              <a:rPr lang="en-US" dirty="0"/>
              <a:t>Third level</a:t>
            </a:r>
          </a:p>
        </p:txBody>
      </p:sp>
      <p:sp>
        <p:nvSpPr>
          <p:cNvPr id="10" name="Rectangle 9">
            <a:extLst>
              <a:ext uri="{FF2B5EF4-FFF2-40B4-BE49-F238E27FC236}">
                <a16:creationId xmlns:a16="http://schemas.microsoft.com/office/drawing/2014/main" id="{347771DE-0866-FE41-BDA5-7A2F47E81513}"/>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a:extLst>
              <a:ext uri="{FF2B5EF4-FFF2-40B4-BE49-F238E27FC236}">
                <a16:creationId xmlns:a16="http://schemas.microsoft.com/office/drawing/2014/main" id="{27D6A85E-8692-DB45-A8DF-0AA57F97B357}"/>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56B7DB22-2A25-7149-9060-D0C3084EED48}"/>
              </a:ext>
            </a:extLst>
          </p:cNvPr>
          <p:cNvPicPr>
            <a:picLocks noChangeAspect="1"/>
          </p:cNvPicPr>
          <p:nvPr userDrawn="1"/>
        </p:nvPicPr>
        <p:blipFill>
          <a:blip r:embed="rId2"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26831" y="6228013"/>
            <a:ext cx="990038" cy="256676"/>
          </a:xfrm>
          <a:prstGeom prst="rect">
            <a:avLst/>
          </a:prstGeom>
        </p:spPr>
      </p:pic>
      <p:sp>
        <p:nvSpPr>
          <p:cNvPr id="15" name="Slide Number Placeholder 4">
            <a:extLst>
              <a:ext uri="{FF2B5EF4-FFF2-40B4-BE49-F238E27FC236}">
                <a16:creationId xmlns:a16="http://schemas.microsoft.com/office/drawing/2014/main" id="{FC529B47-8433-0E43-8ED3-DDAB0E5474D2}"/>
              </a:ext>
            </a:extLst>
          </p:cNvPr>
          <p:cNvSpPr txBox="1">
            <a:spLocks/>
          </p:cNvSpPr>
          <p:nvPr userDrawn="1"/>
        </p:nvSpPr>
        <p:spPr>
          <a:xfrm rot="16200000">
            <a:off x="-578903" y="5769015"/>
            <a:ext cx="1602136" cy="201133"/>
          </a:xfrm>
          <a:prstGeom prst="rect">
            <a:avLst/>
          </a:prstGeom>
        </p:spPr>
        <p:txBody>
          <a:bodyPr vert="horz" lIns="0" tIns="0" rIns="0" bIns="0" rtlCol="0" anchor="t"/>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80000"/>
              </a:lnSpc>
            </a:pPr>
            <a:r>
              <a:rPr lang="en-US" altLang="zh-CN" sz="1000" dirty="0">
                <a:solidFill>
                  <a:schemeClr val="tx1"/>
                </a:solidFill>
                <a:latin typeface="Gotham Book" panose="02000604040000020004" pitchFamily="2" charset="0"/>
              </a:rPr>
              <a:t>CONFIDENTIAL </a:t>
            </a:r>
            <a:r>
              <a:rPr lang="zh-CN" altLang="en-US" sz="1000" dirty="0">
                <a:solidFill>
                  <a:schemeClr val="tx1"/>
                </a:solidFill>
                <a:latin typeface="Gotham Book" panose="02000604040000020004" pitchFamily="2" charset="0"/>
              </a:rPr>
              <a:t> </a:t>
            </a:r>
            <a:r>
              <a:rPr lang="en-US" altLang="zh-CN" sz="1000" dirty="0">
                <a:solidFill>
                  <a:schemeClr val="tx1"/>
                </a:solidFill>
                <a:latin typeface="Gotham Book" panose="02000604040000020004" pitchFamily="2" charset="0"/>
              </a:rPr>
              <a:t>  </a:t>
            </a:r>
            <a:fld id="{FA84A37A-AFC2-4A01-80A1-FC20F2C0D5BB}" type="slidenum">
              <a:rPr lang="en-US" sz="1000" smtClean="0">
                <a:solidFill>
                  <a:schemeClr val="tx1"/>
                </a:solidFill>
                <a:latin typeface="Gotham Book" panose="02000604040000020004" pitchFamily="2" charset="0"/>
              </a:rPr>
              <a:pPr algn="l">
                <a:lnSpc>
                  <a:spcPct val="80000"/>
                </a:lnSpc>
              </a:pPr>
              <a:t>‹#›</a:t>
            </a:fld>
            <a:endParaRPr lang="en-US" sz="1000" dirty="0">
              <a:solidFill>
                <a:schemeClr val="tx1"/>
              </a:solidFill>
              <a:latin typeface="Gotham Book" panose="02000604040000020004" pitchFamily="2" charset="0"/>
            </a:endParaRPr>
          </a:p>
        </p:txBody>
      </p:sp>
      <p:sp>
        <p:nvSpPr>
          <p:cNvPr id="16" name="Title 1">
            <a:extLst>
              <a:ext uri="{FF2B5EF4-FFF2-40B4-BE49-F238E27FC236}">
                <a16:creationId xmlns:a16="http://schemas.microsoft.com/office/drawing/2014/main" id="{43B72AAB-7FA6-024A-87D9-4F7B24729AB4}"/>
              </a:ext>
            </a:extLst>
          </p:cNvPr>
          <p:cNvSpPr>
            <a:spLocks noGrp="1"/>
          </p:cNvSpPr>
          <p:nvPr>
            <p:ph type="title" hasCustomPrompt="1"/>
          </p:nvPr>
        </p:nvSpPr>
        <p:spPr>
          <a:xfrm>
            <a:off x="1200149" y="775808"/>
            <a:ext cx="9039003" cy="443198"/>
          </a:xfrm>
        </p:spPr>
        <p:txBody>
          <a:bodyPr anchor="t">
            <a:noAutofit/>
          </a:bodyPr>
          <a:lstStyle>
            <a:lvl1pPr>
              <a:defRPr sz="3600" b="0">
                <a:solidFill>
                  <a:schemeClr val="tx1"/>
                </a:solidFill>
                <a:latin typeface="Gotham Regular" panose="02000604040000020004" pitchFamily="2" charset="0"/>
              </a:defRPr>
            </a:lvl1pPr>
          </a:lstStyle>
          <a:p>
            <a:r>
              <a:rPr lang="en-US" dirty="0"/>
              <a:t>CLICK TO EDIT MASTER TITLE</a:t>
            </a:r>
          </a:p>
        </p:txBody>
      </p:sp>
      <p:cxnSp>
        <p:nvCxnSpPr>
          <p:cNvPr id="7" name="Straight Connector 6">
            <a:extLst>
              <a:ext uri="{FF2B5EF4-FFF2-40B4-BE49-F238E27FC236}">
                <a16:creationId xmlns:a16="http://schemas.microsoft.com/office/drawing/2014/main" id="{B093AA1A-3A50-374F-AA8F-BD1001FF5D40}"/>
              </a:ext>
            </a:extLst>
          </p:cNvPr>
          <p:cNvCxnSpPr>
            <a:cxnSpLocks/>
          </p:cNvCxnSpPr>
          <p:nvPr userDrawn="1"/>
        </p:nvCxnSpPr>
        <p:spPr>
          <a:xfrm>
            <a:off x="1200149" y="2257063"/>
            <a:ext cx="1015365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68407AA-D716-6C43-964E-29239D904F49}"/>
              </a:ext>
            </a:extLst>
          </p:cNvPr>
          <p:cNvCxnSpPr/>
          <p:nvPr userDrawn="1"/>
        </p:nvCxnSpPr>
        <p:spPr>
          <a:xfrm>
            <a:off x="6096000" y="1684421"/>
            <a:ext cx="0" cy="440840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0340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with Caption">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9ACC614B-BC70-6447-978D-A6FD36FFF811}"/>
              </a:ext>
            </a:extLst>
          </p:cNvPr>
          <p:cNvSpPr>
            <a:spLocks noGrp="1"/>
          </p:cNvSpPr>
          <p:nvPr>
            <p:ph type="chart" sz="quarter" idx="12"/>
          </p:nvPr>
        </p:nvSpPr>
        <p:spPr>
          <a:xfrm>
            <a:off x="1200150" y="2143756"/>
            <a:ext cx="4419600" cy="3705716"/>
          </a:xfrm>
        </p:spPr>
        <p:txBody>
          <a:bodyPr/>
          <a:lstStyle/>
          <a:p>
            <a:endParaRPr lang="en-US"/>
          </a:p>
        </p:txBody>
      </p:sp>
      <p:sp>
        <p:nvSpPr>
          <p:cNvPr id="2" name="Title 1">
            <a:extLst>
              <a:ext uri="{FF2B5EF4-FFF2-40B4-BE49-F238E27FC236}">
                <a16:creationId xmlns:a16="http://schemas.microsoft.com/office/drawing/2014/main" id="{C47F9DCE-4059-7B4B-9207-D3F5F9D2212E}"/>
              </a:ext>
            </a:extLst>
          </p:cNvPr>
          <p:cNvSpPr>
            <a:spLocks noGrp="1"/>
          </p:cNvSpPr>
          <p:nvPr>
            <p:ph type="title" hasCustomPrompt="1"/>
          </p:nvPr>
        </p:nvSpPr>
        <p:spPr>
          <a:xfrm>
            <a:off x="1200149" y="775808"/>
            <a:ext cx="9039003" cy="443198"/>
          </a:xfrm>
        </p:spPr>
        <p:txBody>
          <a:bodyPr anchor="t">
            <a:noAutofit/>
          </a:bodyPr>
          <a:lstStyle>
            <a:lvl1pPr>
              <a:defRPr sz="3600" b="0">
                <a:solidFill>
                  <a:schemeClr val="tx1"/>
                </a:solidFill>
                <a:latin typeface="Gotham Regular" panose="02000604040000020004" pitchFamily="2" charset="0"/>
              </a:defRPr>
            </a:lvl1pPr>
          </a:lstStyle>
          <a:p>
            <a:r>
              <a:rPr lang="en-US" dirty="0"/>
              <a:t>CLICK TO EDIT MASTER TITLE</a:t>
            </a:r>
          </a:p>
        </p:txBody>
      </p:sp>
      <p:sp>
        <p:nvSpPr>
          <p:cNvPr id="3" name="Content Placeholder 2">
            <a:extLst>
              <a:ext uri="{FF2B5EF4-FFF2-40B4-BE49-F238E27FC236}">
                <a16:creationId xmlns:a16="http://schemas.microsoft.com/office/drawing/2014/main" id="{A13D4B50-5301-F746-87DB-88333CB917DC}"/>
              </a:ext>
            </a:extLst>
          </p:cNvPr>
          <p:cNvSpPr>
            <a:spLocks noGrp="1"/>
          </p:cNvSpPr>
          <p:nvPr>
            <p:ph idx="1" hasCustomPrompt="1"/>
          </p:nvPr>
        </p:nvSpPr>
        <p:spPr>
          <a:xfrm>
            <a:off x="6644640" y="2285999"/>
            <a:ext cx="4707572" cy="3806825"/>
          </a:xfrm>
        </p:spPr>
        <p:txBody>
          <a:bodyPr/>
          <a:lstStyle>
            <a:lvl1pPr marL="172800" indent="-172800">
              <a:buClr>
                <a:schemeClr val="accent1"/>
              </a:buClr>
              <a:defRPr sz="1600"/>
            </a:lvl1pPr>
            <a:lvl2pPr>
              <a:buClr>
                <a:schemeClr val="accent1"/>
              </a:buClr>
              <a:defRPr sz="1400"/>
            </a:lvl2pPr>
            <a:lvl3pPr>
              <a:buClr>
                <a:schemeClr val="accent1"/>
              </a:buClr>
              <a:defRPr sz="1200"/>
            </a:lvl3pPr>
            <a:lvl4pPr>
              <a:buClr>
                <a:schemeClr val="accent1"/>
              </a:buClr>
              <a:defRPr sz="1200"/>
            </a:lvl4pPr>
            <a:lvl5pPr>
              <a:buClr>
                <a:schemeClr val="accent1"/>
              </a:buClr>
              <a:defRPr sz="1200"/>
            </a:lvl5pPr>
            <a:lvl6pPr>
              <a:defRPr sz="2000"/>
            </a:lvl6pPr>
            <a:lvl7pPr>
              <a:defRPr sz="2000"/>
            </a:lvl7pPr>
            <a:lvl8pPr>
              <a:defRPr sz="2000"/>
            </a:lvl8pPr>
            <a:lvl9pPr>
              <a:defRPr sz="2000"/>
            </a:lvl9pPr>
          </a:lstStyle>
          <a:p>
            <a:pPr lvl="0"/>
            <a:r>
              <a:rPr lang="en-US" dirty="0"/>
              <a:t>Edit comments</a:t>
            </a:r>
          </a:p>
          <a:p>
            <a:pPr lvl="1"/>
            <a:r>
              <a:rPr lang="en-US" dirty="0"/>
              <a:t>Second level</a:t>
            </a:r>
          </a:p>
          <a:p>
            <a:pPr lvl="2"/>
            <a:r>
              <a:rPr lang="en-US" dirty="0"/>
              <a:t>Third level</a:t>
            </a:r>
          </a:p>
        </p:txBody>
      </p:sp>
      <p:sp>
        <p:nvSpPr>
          <p:cNvPr id="8" name="Rectangle 7">
            <a:extLst>
              <a:ext uri="{FF2B5EF4-FFF2-40B4-BE49-F238E27FC236}">
                <a16:creationId xmlns:a16="http://schemas.microsoft.com/office/drawing/2014/main" id="{4FAAB49C-215F-0346-903F-E8550F4397F6}"/>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Rectangle 8">
            <a:extLst>
              <a:ext uri="{FF2B5EF4-FFF2-40B4-BE49-F238E27FC236}">
                <a16:creationId xmlns:a16="http://schemas.microsoft.com/office/drawing/2014/main" id="{64310D94-F6F6-424C-815A-C9B5D39ED40E}"/>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8220AE22-89AF-7449-9D6C-43040762ECDB}"/>
              </a:ext>
            </a:extLst>
          </p:cNvPr>
          <p:cNvPicPr>
            <a:picLocks noChangeAspect="1"/>
          </p:cNvPicPr>
          <p:nvPr userDrawn="1"/>
        </p:nvPicPr>
        <p:blipFill>
          <a:blip r:embed="rId2"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26831" y="6228013"/>
            <a:ext cx="990038" cy="256676"/>
          </a:xfrm>
          <a:prstGeom prst="rect">
            <a:avLst/>
          </a:prstGeom>
        </p:spPr>
      </p:pic>
      <p:sp>
        <p:nvSpPr>
          <p:cNvPr id="12" name="Slide Number Placeholder 4">
            <a:extLst>
              <a:ext uri="{FF2B5EF4-FFF2-40B4-BE49-F238E27FC236}">
                <a16:creationId xmlns:a16="http://schemas.microsoft.com/office/drawing/2014/main" id="{6BC105B1-B012-7E46-B225-C4BDEFC38123}"/>
              </a:ext>
            </a:extLst>
          </p:cNvPr>
          <p:cNvSpPr txBox="1">
            <a:spLocks/>
          </p:cNvSpPr>
          <p:nvPr userDrawn="1"/>
        </p:nvSpPr>
        <p:spPr>
          <a:xfrm rot="16200000">
            <a:off x="-578903" y="5769015"/>
            <a:ext cx="1602136" cy="201133"/>
          </a:xfrm>
          <a:prstGeom prst="rect">
            <a:avLst/>
          </a:prstGeom>
        </p:spPr>
        <p:txBody>
          <a:bodyPr vert="horz" lIns="0" tIns="0" rIns="0" bIns="0" rtlCol="0" anchor="t"/>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80000"/>
              </a:lnSpc>
            </a:pPr>
            <a:r>
              <a:rPr lang="en-US" altLang="zh-CN" sz="1000" dirty="0">
                <a:solidFill>
                  <a:schemeClr val="tx1"/>
                </a:solidFill>
                <a:latin typeface="Gotham Book" panose="02000604040000020004" pitchFamily="2" charset="0"/>
              </a:rPr>
              <a:t>CONFIDENTIAL </a:t>
            </a:r>
            <a:r>
              <a:rPr lang="zh-CN" altLang="en-US" sz="1000" dirty="0">
                <a:solidFill>
                  <a:schemeClr val="tx1"/>
                </a:solidFill>
                <a:latin typeface="Gotham Book" panose="02000604040000020004" pitchFamily="2" charset="0"/>
              </a:rPr>
              <a:t> </a:t>
            </a:r>
            <a:r>
              <a:rPr lang="en-US" altLang="zh-CN" sz="1000" dirty="0">
                <a:solidFill>
                  <a:schemeClr val="tx1"/>
                </a:solidFill>
                <a:latin typeface="Gotham Book" panose="02000604040000020004" pitchFamily="2" charset="0"/>
              </a:rPr>
              <a:t>  </a:t>
            </a:r>
            <a:fld id="{FA84A37A-AFC2-4A01-80A1-FC20F2C0D5BB}" type="slidenum">
              <a:rPr lang="en-US" sz="1000" smtClean="0">
                <a:solidFill>
                  <a:schemeClr val="tx1"/>
                </a:solidFill>
                <a:latin typeface="Gotham Book" panose="02000604040000020004" pitchFamily="2" charset="0"/>
              </a:rPr>
              <a:pPr algn="l">
                <a:lnSpc>
                  <a:spcPct val="80000"/>
                </a:lnSpc>
              </a:pPr>
              <a:t>‹#›</a:t>
            </a:fld>
            <a:endParaRPr lang="en-US" sz="1000" dirty="0">
              <a:solidFill>
                <a:schemeClr val="tx1"/>
              </a:solidFill>
              <a:latin typeface="Gotham Book" panose="02000604040000020004" pitchFamily="2" charset="0"/>
            </a:endParaRPr>
          </a:p>
        </p:txBody>
      </p:sp>
      <p:cxnSp>
        <p:nvCxnSpPr>
          <p:cNvPr id="11" name="Straight Connector 10">
            <a:extLst>
              <a:ext uri="{FF2B5EF4-FFF2-40B4-BE49-F238E27FC236}">
                <a16:creationId xmlns:a16="http://schemas.microsoft.com/office/drawing/2014/main" id="{08590186-F7CA-024E-8635-1C2EF8B591A7}"/>
              </a:ext>
            </a:extLst>
          </p:cNvPr>
          <p:cNvCxnSpPr/>
          <p:nvPr userDrawn="1"/>
        </p:nvCxnSpPr>
        <p:spPr>
          <a:xfrm>
            <a:off x="6572251" y="2143760"/>
            <a:ext cx="5098406"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446588B5-8DAB-DB48-8E8E-B08C0B386A85}"/>
              </a:ext>
            </a:extLst>
          </p:cNvPr>
          <p:cNvSpPr>
            <a:spLocks noGrp="1"/>
          </p:cNvSpPr>
          <p:nvPr>
            <p:ph idx="13" hasCustomPrompt="1"/>
          </p:nvPr>
        </p:nvSpPr>
        <p:spPr>
          <a:xfrm>
            <a:off x="6644640" y="1747520"/>
            <a:ext cx="4707572" cy="396236"/>
          </a:xfrm>
        </p:spPr>
        <p:txBody>
          <a:bodyPr/>
          <a:lstStyle>
            <a:lvl1pPr marL="0" indent="0">
              <a:buClr>
                <a:schemeClr val="accent1"/>
              </a:buClr>
              <a:buFontTx/>
              <a:buNone/>
              <a:defRPr sz="1600" b="1">
                <a:solidFill>
                  <a:schemeClr val="accent1"/>
                </a:solidFill>
              </a:defRPr>
            </a:lvl1pPr>
            <a:lvl2pPr marL="457189" indent="0">
              <a:buClr>
                <a:schemeClr val="accent1"/>
              </a:buClr>
              <a:buFontTx/>
              <a:buNone/>
              <a:defRPr sz="1400"/>
            </a:lvl2pPr>
            <a:lvl3pPr marL="914377" indent="0">
              <a:buClr>
                <a:schemeClr val="accent1"/>
              </a:buClr>
              <a:buFontTx/>
              <a:buNone/>
              <a:defRPr sz="1200"/>
            </a:lvl3pPr>
            <a:lvl4pPr>
              <a:buClr>
                <a:schemeClr val="accent1"/>
              </a:buClr>
              <a:defRPr sz="1200"/>
            </a:lvl4pPr>
            <a:lvl5pPr>
              <a:buClr>
                <a:schemeClr val="accent1"/>
              </a:buClr>
              <a:defRPr sz="1200"/>
            </a:lvl5pPr>
            <a:lvl6pPr>
              <a:defRPr sz="2000"/>
            </a:lvl6pPr>
            <a:lvl7pPr>
              <a:defRPr sz="2000"/>
            </a:lvl7pPr>
            <a:lvl8pPr>
              <a:defRPr sz="2000"/>
            </a:lvl8pPr>
            <a:lvl9pPr>
              <a:defRPr sz="2000"/>
            </a:lvl9pPr>
          </a:lstStyle>
          <a:p>
            <a:pPr lvl="0"/>
            <a:r>
              <a:rPr lang="en-US" dirty="0"/>
              <a:t>Edit comment title</a:t>
            </a:r>
          </a:p>
        </p:txBody>
      </p:sp>
      <p:sp>
        <p:nvSpPr>
          <p:cNvPr id="14" name="Content Placeholder 2">
            <a:extLst>
              <a:ext uri="{FF2B5EF4-FFF2-40B4-BE49-F238E27FC236}">
                <a16:creationId xmlns:a16="http://schemas.microsoft.com/office/drawing/2014/main" id="{CCD41E17-BB51-EF43-9E35-F3D21C59F589}"/>
              </a:ext>
            </a:extLst>
          </p:cNvPr>
          <p:cNvSpPr>
            <a:spLocks noGrp="1"/>
          </p:cNvSpPr>
          <p:nvPr>
            <p:ph idx="14" hasCustomPrompt="1"/>
          </p:nvPr>
        </p:nvSpPr>
        <p:spPr>
          <a:xfrm>
            <a:off x="1200150" y="1747520"/>
            <a:ext cx="4692556" cy="396236"/>
          </a:xfrm>
        </p:spPr>
        <p:txBody>
          <a:bodyPr lIns="0" rIns="0" bIns="46800"/>
          <a:lstStyle>
            <a:lvl1pPr marL="0" indent="0">
              <a:buClr>
                <a:schemeClr val="accent1"/>
              </a:buClr>
              <a:buFontTx/>
              <a:buNone/>
              <a:defRPr sz="1600" b="0">
                <a:solidFill>
                  <a:schemeClr val="tx1">
                    <a:lumMod val="50000"/>
                    <a:lumOff val="50000"/>
                  </a:schemeClr>
                </a:solidFill>
              </a:defRPr>
            </a:lvl1pPr>
            <a:lvl2pPr marL="457189" indent="0">
              <a:buClr>
                <a:schemeClr val="accent1"/>
              </a:buClr>
              <a:buFontTx/>
              <a:buNone/>
              <a:defRPr sz="1400"/>
            </a:lvl2pPr>
            <a:lvl3pPr marL="914377" indent="0">
              <a:buClr>
                <a:schemeClr val="accent1"/>
              </a:buClr>
              <a:buFontTx/>
              <a:buNone/>
              <a:defRPr sz="1200"/>
            </a:lvl3pPr>
            <a:lvl4pPr>
              <a:buClr>
                <a:schemeClr val="accent1"/>
              </a:buClr>
              <a:defRPr sz="1200"/>
            </a:lvl4pPr>
            <a:lvl5pPr>
              <a:buClr>
                <a:schemeClr val="accent1"/>
              </a:buClr>
              <a:defRPr sz="1200"/>
            </a:lvl5pPr>
            <a:lvl6pPr>
              <a:defRPr sz="2000"/>
            </a:lvl6pPr>
            <a:lvl7pPr>
              <a:defRPr sz="2000"/>
            </a:lvl7pPr>
            <a:lvl8pPr>
              <a:defRPr sz="2000"/>
            </a:lvl8pPr>
            <a:lvl9pPr>
              <a:defRPr sz="2000"/>
            </a:lvl9pPr>
          </a:lstStyle>
          <a:p>
            <a:pPr lvl="0"/>
            <a:r>
              <a:rPr lang="en-US" dirty="0"/>
              <a:t>Edit chart title</a:t>
            </a:r>
          </a:p>
        </p:txBody>
      </p:sp>
    </p:spTree>
    <p:extLst>
      <p:ext uri="{BB962C8B-B14F-4D97-AF65-F5344CB8AC3E}">
        <p14:creationId xmlns:p14="http://schemas.microsoft.com/office/powerpoint/2010/main" val="18265712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Half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07BCDB-B3A8-6F43-B367-F45F6424BF3A}"/>
              </a:ext>
            </a:extLst>
          </p:cNvPr>
          <p:cNvSpPr>
            <a:spLocks noGrp="1"/>
          </p:cNvSpPr>
          <p:nvPr>
            <p:ph type="pic" idx="1"/>
          </p:nvPr>
        </p:nvSpPr>
        <p:spPr>
          <a:xfrm>
            <a:off x="5183188" y="0"/>
            <a:ext cx="7008812" cy="68580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2" name="Title 1">
            <a:extLst>
              <a:ext uri="{FF2B5EF4-FFF2-40B4-BE49-F238E27FC236}">
                <a16:creationId xmlns:a16="http://schemas.microsoft.com/office/drawing/2014/main" id="{EB3D8B76-1107-D54C-85D7-ED1516B8F915}"/>
              </a:ext>
            </a:extLst>
          </p:cNvPr>
          <p:cNvSpPr>
            <a:spLocks noGrp="1"/>
          </p:cNvSpPr>
          <p:nvPr>
            <p:ph type="title" hasCustomPrompt="1"/>
          </p:nvPr>
        </p:nvSpPr>
        <p:spPr>
          <a:xfrm>
            <a:off x="1200150" y="775808"/>
            <a:ext cx="3571875" cy="1281592"/>
          </a:xfrm>
        </p:spPr>
        <p:txBody>
          <a:bodyPr anchor="t"/>
          <a:lstStyle>
            <a:lvl1pPr>
              <a:defRPr sz="3200">
                <a:latin typeface="Gotham Book Regular" panose="02000603040000020004" pitchFamily="2" charset="77"/>
              </a:defRPr>
            </a:lvl1pPr>
          </a:lstStyle>
          <a:p>
            <a:r>
              <a:rPr lang="en-US" dirty="0"/>
              <a:t>CLICK TO EDIT MASTER TITLE</a:t>
            </a:r>
          </a:p>
        </p:txBody>
      </p:sp>
      <p:sp>
        <p:nvSpPr>
          <p:cNvPr id="4" name="Text Placeholder 3">
            <a:extLst>
              <a:ext uri="{FF2B5EF4-FFF2-40B4-BE49-F238E27FC236}">
                <a16:creationId xmlns:a16="http://schemas.microsoft.com/office/drawing/2014/main" id="{67D8F6C1-4936-5D45-BA58-A5AB581AF049}"/>
              </a:ext>
            </a:extLst>
          </p:cNvPr>
          <p:cNvSpPr>
            <a:spLocks noGrp="1"/>
          </p:cNvSpPr>
          <p:nvPr>
            <p:ph type="body" sz="half" idx="2" hasCustomPrompt="1"/>
          </p:nvPr>
        </p:nvSpPr>
        <p:spPr>
          <a:xfrm>
            <a:off x="1200150" y="2528047"/>
            <a:ext cx="3571875" cy="3340942"/>
          </a:xfrm>
        </p:spPr>
        <p:txBody>
          <a:bodyPr lIns="0" tIns="0" rIns="0" bIns="0">
            <a:normAutofit/>
          </a:bodyPr>
          <a:lstStyle>
            <a:lvl1pPr marL="172800" indent="-172800">
              <a:spcBef>
                <a:spcPts val="0"/>
              </a:spcBef>
              <a:buClr>
                <a:schemeClr val="accent1"/>
              </a:buClr>
              <a:buFont typeface="Arial" panose="020B0604020202020204" pitchFamily="34" charset="0"/>
              <a:buChar char="•"/>
              <a:defRPr sz="12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Edit text</a:t>
            </a:r>
          </a:p>
        </p:txBody>
      </p:sp>
      <p:sp>
        <p:nvSpPr>
          <p:cNvPr id="8" name="Rectangle 7">
            <a:extLst>
              <a:ext uri="{FF2B5EF4-FFF2-40B4-BE49-F238E27FC236}">
                <a16:creationId xmlns:a16="http://schemas.microsoft.com/office/drawing/2014/main" id="{7E5B3EBE-0F9E-3442-A220-2C19175C12E6}"/>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Rectangle 8">
            <a:extLst>
              <a:ext uri="{FF2B5EF4-FFF2-40B4-BE49-F238E27FC236}">
                <a16:creationId xmlns:a16="http://schemas.microsoft.com/office/drawing/2014/main" id="{0CE98F95-9296-0644-A662-22B979826306}"/>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4">
            <a:extLst>
              <a:ext uri="{FF2B5EF4-FFF2-40B4-BE49-F238E27FC236}">
                <a16:creationId xmlns:a16="http://schemas.microsoft.com/office/drawing/2014/main" id="{1FE48868-28B9-824B-8136-E4FCD154BF92}"/>
              </a:ext>
            </a:extLst>
          </p:cNvPr>
          <p:cNvSpPr txBox="1">
            <a:spLocks/>
          </p:cNvSpPr>
          <p:nvPr userDrawn="1"/>
        </p:nvSpPr>
        <p:spPr>
          <a:xfrm rot="16200000">
            <a:off x="-578903" y="5769015"/>
            <a:ext cx="1602136" cy="201133"/>
          </a:xfrm>
          <a:prstGeom prst="rect">
            <a:avLst/>
          </a:prstGeom>
        </p:spPr>
        <p:txBody>
          <a:bodyPr vert="horz" lIns="0" tIns="0" rIns="0" bIns="0" rtlCol="0" anchor="t"/>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80000"/>
              </a:lnSpc>
            </a:pPr>
            <a:r>
              <a:rPr lang="en-US" altLang="zh-CN" sz="1000" dirty="0">
                <a:solidFill>
                  <a:schemeClr val="tx1"/>
                </a:solidFill>
                <a:latin typeface="Gotham Book" panose="02000604040000020004" pitchFamily="2" charset="0"/>
              </a:rPr>
              <a:t>CONFIDENTIAL </a:t>
            </a:r>
            <a:r>
              <a:rPr lang="zh-CN" altLang="en-US" sz="1000" dirty="0">
                <a:solidFill>
                  <a:schemeClr val="tx1"/>
                </a:solidFill>
                <a:latin typeface="Gotham Book" panose="02000604040000020004" pitchFamily="2" charset="0"/>
              </a:rPr>
              <a:t> </a:t>
            </a:r>
            <a:r>
              <a:rPr lang="en-US" altLang="zh-CN" sz="1000" dirty="0">
                <a:solidFill>
                  <a:schemeClr val="tx1"/>
                </a:solidFill>
                <a:latin typeface="Gotham Book" panose="02000604040000020004" pitchFamily="2" charset="0"/>
              </a:rPr>
              <a:t>  </a:t>
            </a:r>
            <a:fld id="{FA84A37A-AFC2-4A01-80A1-FC20F2C0D5BB}" type="slidenum">
              <a:rPr lang="en-US" sz="1000" smtClean="0">
                <a:solidFill>
                  <a:schemeClr val="tx1"/>
                </a:solidFill>
                <a:latin typeface="Gotham Book" panose="02000604040000020004" pitchFamily="2" charset="0"/>
              </a:rPr>
              <a:pPr algn="l">
                <a:lnSpc>
                  <a:spcPct val="80000"/>
                </a:lnSpc>
              </a:pPr>
              <a:t>‹#›</a:t>
            </a:fld>
            <a:endParaRPr lang="en-US" sz="1000" dirty="0">
              <a:solidFill>
                <a:schemeClr val="tx1"/>
              </a:solidFill>
              <a:latin typeface="Gotham Book" panose="02000604040000020004" pitchFamily="2" charset="0"/>
            </a:endParaRPr>
          </a:p>
        </p:txBody>
      </p:sp>
      <p:sp>
        <p:nvSpPr>
          <p:cNvPr id="10" name="Text Placeholder 3">
            <a:extLst>
              <a:ext uri="{FF2B5EF4-FFF2-40B4-BE49-F238E27FC236}">
                <a16:creationId xmlns:a16="http://schemas.microsoft.com/office/drawing/2014/main" id="{0BA5DF55-6A64-5B45-8001-22D890A144D4}"/>
              </a:ext>
            </a:extLst>
          </p:cNvPr>
          <p:cNvSpPr>
            <a:spLocks noGrp="1"/>
          </p:cNvSpPr>
          <p:nvPr>
            <p:ph type="body" sz="half" idx="10" hasCustomPrompt="1"/>
          </p:nvPr>
        </p:nvSpPr>
        <p:spPr>
          <a:xfrm>
            <a:off x="1200150" y="2070847"/>
            <a:ext cx="3571875" cy="457200"/>
          </a:xfrm>
        </p:spPr>
        <p:txBody>
          <a:bodyPr lIns="0" tIns="0" rIns="0" bIns="0">
            <a:normAutofit/>
          </a:bodyPr>
          <a:lstStyle>
            <a:lvl1pPr marL="0" indent="0">
              <a:buClr>
                <a:schemeClr val="accent1"/>
              </a:buClr>
              <a:buFont typeface="Arial" panose="020B0604020202020204" pitchFamily="34" charset="0"/>
              <a:buNone/>
              <a:defRPr sz="1600">
                <a:solidFill>
                  <a:schemeClr val="accent1"/>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Edit </a:t>
            </a:r>
            <a:r>
              <a:rPr lang="en-US" dirty="0" err="1"/>
              <a:t>Subheader</a:t>
            </a:r>
            <a:endParaRPr lang="en-US" dirty="0"/>
          </a:p>
        </p:txBody>
      </p:sp>
      <p:sp>
        <p:nvSpPr>
          <p:cNvPr id="12" name="Text Placeholder 5">
            <a:extLst>
              <a:ext uri="{FF2B5EF4-FFF2-40B4-BE49-F238E27FC236}">
                <a16:creationId xmlns:a16="http://schemas.microsoft.com/office/drawing/2014/main" id="{1A1FC35A-3DA4-2C4C-9492-B07293FDF51D}"/>
              </a:ext>
            </a:extLst>
          </p:cNvPr>
          <p:cNvSpPr>
            <a:spLocks noGrp="1"/>
          </p:cNvSpPr>
          <p:nvPr>
            <p:ph type="body" sz="quarter" idx="11"/>
          </p:nvPr>
        </p:nvSpPr>
        <p:spPr>
          <a:xfrm>
            <a:off x="5704358" y="6230727"/>
            <a:ext cx="3571875" cy="303213"/>
          </a:xfrm>
        </p:spPr>
        <p:txBody>
          <a:bodyPr lIns="0" rIns="0" bIns="0"/>
          <a:lstStyle>
            <a:lvl1pPr marL="0" indent="0">
              <a:buFont typeface="Arial" panose="020B0604020202020204" pitchFamily="34" charset="0"/>
              <a:buNone/>
              <a:defRPr sz="1000"/>
            </a:lvl1pPr>
            <a:lvl2pPr marL="457189" indent="0">
              <a:buNone/>
              <a:defRPr sz="1000"/>
            </a:lvl2pPr>
            <a:lvl3pPr marL="914377" indent="0">
              <a:buNone/>
              <a:defRPr sz="1000"/>
            </a:lvl3pPr>
            <a:lvl4pPr marL="1371566" indent="0">
              <a:buNone/>
              <a:defRPr sz="1000"/>
            </a:lvl4pPr>
            <a:lvl5pPr marL="1828755" indent="0">
              <a:buNone/>
              <a:defRPr sz="1000"/>
            </a:lvl5pPr>
          </a:lstStyle>
          <a:p>
            <a:pPr lvl="0"/>
            <a:r>
              <a:rPr lang="en-US" dirty="0"/>
              <a:t>Edit Master text styles</a:t>
            </a:r>
          </a:p>
        </p:txBody>
      </p:sp>
    </p:spTree>
    <p:extLst>
      <p:ext uri="{BB962C8B-B14F-4D97-AF65-F5344CB8AC3E}">
        <p14:creationId xmlns:p14="http://schemas.microsoft.com/office/powerpoint/2010/main" val="19738149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Half Picture 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07BCDB-B3A8-6F43-B367-F45F6424BF3A}"/>
              </a:ext>
            </a:extLst>
          </p:cNvPr>
          <p:cNvSpPr>
            <a:spLocks noGrp="1"/>
          </p:cNvSpPr>
          <p:nvPr>
            <p:ph type="pic" idx="1"/>
          </p:nvPr>
        </p:nvSpPr>
        <p:spPr>
          <a:xfrm>
            <a:off x="334963" y="0"/>
            <a:ext cx="6643353" cy="6857999"/>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6" name="Text Placeholder 5">
            <a:extLst>
              <a:ext uri="{FF2B5EF4-FFF2-40B4-BE49-F238E27FC236}">
                <a16:creationId xmlns:a16="http://schemas.microsoft.com/office/drawing/2014/main" id="{5BE1D24A-BA6D-504A-AD7B-BA2414AD47DC}"/>
              </a:ext>
            </a:extLst>
          </p:cNvPr>
          <p:cNvSpPr>
            <a:spLocks noGrp="1"/>
          </p:cNvSpPr>
          <p:nvPr>
            <p:ph type="body" sz="quarter" idx="11"/>
          </p:nvPr>
        </p:nvSpPr>
        <p:spPr>
          <a:xfrm>
            <a:off x="827558" y="6230727"/>
            <a:ext cx="3571875" cy="303213"/>
          </a:xfrm>
        </p:spPr>
        <p:txBody>
          <a:bodyPr lIns="0" rIns="0" bIns="0"/>
          <a:lstStyle>
            <a:lvl1pPr marL="0" indent="0">
              <a:buFont typeface="Arial" panose="020B0604020202020204" pitchFamily="34" charset="0"/>
              <a:buNone/>
              <a:defRPr sz="1000"/>
            </a:lvl1pPr>
            <a:lvl2pPr marL="457189" indent="0">
              <a:buNone/>
              <a:defRPr sz="1000"/>
            </a:lvl2pPr>
            <a:lvl3pPr marL="914377" indent="0">
              <a:buNone/>
              <a:defRPr sz="1000"/>
            </a:lvl3pPr>
            <a:lvl4pPr marL="1371566" indent="0">
              <a:buNone/>
              <a:defRPr sz="1000"/>
            </a:lvl4pPr>
            <a:lvl5pPr marL="1828755" indent="0">
              <a:buNone/>
              <a:defRPr sz="1000"/>
            </a:lvl5pPr>
          </a:lstStyle>
          <a:p>
            <a:pPr lvl="0"/>
            <a:r>
              <a:rPr lang="en-US" dirty="0"/>
              <a:t>Edit Master text styles</a:t>
            </a:r>
          </a:p>
        </p:txBody>
      </p:sp>
      <p:sp>
        <p:nvSpPr>
          <p:cNvPr id="2" name="Title 1">
            <a:extLst>
              <a:ext uri="{FF2B5EF4-FFF2-40B4-BE49-F238E27FC236}">
                <a16:creationId xmlns:a16="http://schemas.microsoft.com/office/drawing/2014/main" id="{EB3D8B76-1107-D54C-85D7-ED1516B8F915}"/>
              </a:ext>
            </a:extLst>
          </p:cNvPr>
          <p:cNvSpPr>
            <a:spLocks noGrp="1"/>
          </p:cNvSpPr>
          <p:nvPr>
            <p:ph type="title" hasCustomPrompt="1"/>
          </p:nvPr>
        </p:nvSpPr>
        <p:spPr>
          <a:xfrm>
            <a:off x="7780338" y="775808"/>
            <a:ext cx="3571875" cy="1281592"/>
          </a:xfrm>
        </p:spPr>
        <p:txBody>
          <a:bodyPr anchor="t"/>
          <a:lstStyle>
            <a:lvl1pPr>
              <a:defRPr sz="3200">
                <a:latin typeface="Gotham Book Regular" panose="02000603040000020004" pitchFamily="2" charset="77"/>
              </a:defRPr>
            </a:lvl1pPr>
          </a:lstStyle>
          <a:p>
            <a:r>
              <a:rPr lang="en-US" dirty="0"/>
              <a:t>CLICK TO EDIT MASTER TITLE</a:t>
            </a:r>
          </a:p>
        </p:txBody>
      </p:sp>
      <p:sp>
        <p:nvSpPr>
          <p:cNvPr id="8" name="Rectangle 7">
            <a:extLst>
              <a:ext uri="{FF2B5EF4-FFF2-40B4-BE49-F238E27FC236}">
                <a16:creationId xmlns:a16="http://schemas.microsoft.com/office/drawing/2014/main" id="{7E5B3EBE-0F9E-3442-A220-2C19175C12E6}"/>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Rectangle 8">
            <a:extLst>
              <a:ext uri="{FF2B5EF4-FFF2-40B4-BE49-F238E27FC236}">
                <a16:creationId xmlns:a16="http://schemas.microsoft.com/office/drawing/2014/main" id="{0CE98F95-9296-0644-A662-22B979826306}"/>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4">
            <a:extLst>
              <a:ext uri="{FF2B5EF4-FFF2-40B4-BE49-F238E27FC236}">
                <a16:creationId xmlns:a16="http://schemas.microsoft.com/office/drawing/2014/main" id="{1FE48868-28B9-824B-8136-E4FCD154BF92}"/>
              </a:ext>
            </a:extLst>
          </p:cNvPr>
          <p:cNvSpPr txBox="1">
            <a:spLocks/>
          </p:cNvSpPr>
          <p:nvPr userDrawn="1"/>
        </p:nvSpPr>
        <p:spPr>
          <a:xfrm rot="16200000">
            <a:off x="-578903" y="5769015"/>
            <a:ext cx="1602136" cy="201133"/>
          </a:xfrm>
          <a:prstGeom prst="rect">
            <a:avLst/>
          </a:prstGeom>
        </p:spPr>
        <p:txBody>
          <a:bodyPr vert="horz" lIns="0" tIns="0" rIns="0" bIns="0" rtlCol="0" anchor="t"/>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80000"/>
              </a:lnSpc>
            </a:pPr>
            <a:r>
              <a:rPr lang="en-US" altLang="zh-CN" sz="1000" dirty="0">
                <a:solidFill>
                  <a:schemeClr val="tx1"/>
                </a:solidFill>
                <a:latin typeface="Gotham Book" panose="02000604040000020004" pitchFamily="2" charset="0"/>
              </a:rPr>
              <a:t>CONFIDENTIAL </a:t>
            </a:r>
            <a:r>
              <a:rPr lang="zh-CN" altLang="en-US" sz="1000" dirty="0">
                <a:solidFill>
                  <a:schemeClr val="tx1"/>
                </a:solidFill>
                <a:latin typeface="Gotham Book" panose="02000604040000020004" pitchFamily="2" charset="0"/>
              </a:rPr>
              <a:t> </a:t>
            </a:r>
            <a:r>
              <a:rPr lang="en-US" altLang="zh-CN" sz="1000" dirty="0">
                <a:solidFill>
                  <a:schemeClr val="tx1"/>
                </a:solidFill>
                <a:latin typeface="Gotham Book" panose="02000604040000020004" pitchFamily="2" charset="0"/>
              </a:rPr>
              <a:t>  </a:t>
            </a:r>
            <a:fld id="{FA84A37A-AFC2-4A01-80A1-FC20F2C0D5BB}" type="slidenum">
              <a:rPr lang="en-US" sz="1000" smtClean="0">
                <a:solidFill>
                  <a:schemeClr val="tx1"/>
                </a:solidFill>
                <a:latin typeface="Gotham Book" panose="02000604040000020004" pitchFamily="2" charset="0"/>
              </a:rPr>
              <a:pPr algn="l">
                <a:lnSpc>
                  <a:spcPct val="80000"/>
                </a:lnSpc>
              </a:pPr>
              <a:t>‹#›</a:t>
            </a:fld>
            <a:endParaRPr lang="en-US" sz="1000" dirty="0">
              <a:solidFill>
                <a:schemeClr val="tx1"/>
              </a:solidFill>
              <a:latin typeface="Gotham Book" panose="02000604040000020004" pitchFamily="2" charset="0"/>
            </a:endParaRPr>
          </a:p>
        </p:txBody>
      </p:sp>
      <p:sp>
        <p:nvSpPr>
          <p:cNvPr id="13" name="Text Placeholder 3">
            <a:extLst>
              <a:ext uri="{FF2B5EF4-FFF2-40B4-BE49-F238E27FC236}">
                <a16:creationId xmlns:a16="http://schemas.microsoft.com/office/drawing/2014/main" id="{9C2B8FD6-0739-334E-BC27-1C446349E1C9}"/>
              </a:ext>
            </a:extLst>
          </p:cNvPr>
          <p:cNvSpPr>
            <a:spLocks noGrp="1"/>
          </p:cNvSpPr>
          <p:nvPr>
            <p:ph type="body" sz="half" idx="2" hasCustomPrompt="1"/>
          </p:nvPr>
        </p:nvSpPr>
        <p:spPr>
          <a:xfrm>
            <a:off x="7778657" y="2528047"/>
            <a:ext cx="3571875" cy="3340942"/>
          </a:xfrm>
        </p:spPr>
        <p:txBody>
          <a:bodyPr lIns="0" tIns="0" rIns="0" bIns="0">
            <a:normAutofit/>
          </a:bodyPr>
          <a:lstStyle>
            <a:lvl1pPr marL="172800" indent="-172800">
              <a:spcBef>
                <a:spcPts val="0"/>
              </a:spcBef>
              <a:buClr>
                <a:schemeClr val="accent1"/>
              </a:buClr>
              <a:buFont typeface="Arial" panose="020B0604020202020204" pitchFamily="34" charset="0"/>
              <a:buChar char="•"/>
              <a:defRPr sz="12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Edit Text</a:t>
            </a:r>
          </a:p>
        </p:txBody>
      </p:sp>
      <p:sp>
        <p:nvSpPr>
          <p:cNvPr id="14" name="Text Placeholder 3">
            <a:extLst>
              <a:ext uri="{FF2B5EF4-FFF2-40B4-BE49-F238E27FC236}">
                <a16:creationId xmlns:a16="http://schemas.microsoft.com/office/drawing/2014/main" id="{1120378E-AF97-894F-AE7D-E73E5528F925}"/>
              </a:ext>
            </a:extLst>
          </p:cNvPr>
          <p:cNvSpPr>
            <a:spLocks noGrp="1"/>
          </p:cNvSpPr>
          <p:nvPr>
            <p:ph type="body" sz="half" idx="10" hasCustomPrompt="1"/>
          </p:nvPr>
        </p:nvSpPr>
        <p:spPr>
          <a:xfrm>
            <a:off x="7778657" y="2070847"/>
            <a:ext cx="3571875" cy="457200"/>
          </a:xfrm>
        </p:spPr>
        <p:txBody>
          <a:bodyPr lIns="0" tIns="0" rIns="0" bIns="0">
            <a:normAutofit/>
          </a:bodyPr>
          <a:lstStyle>
            <a:lvl1pPr marL="0" indent="0">
              <a:buClr>
                <a:schemeClr val="accent1"/>
              </a:buClr>
              <a:buFont typeface="Arial" panose="020B0604020202020204" pitchFamily="34" charset="0"/>
              <a:buNone/>
              <a:defRPr sz="1600">
                <a:solidFill>
                  <a:schemeClr val="accent1"/>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Edit </a:t>
            </a:r>
            <a:r>
              <a:rPr lang="en-US" dirty="0" err="1"/>
              <a:t>Subheader</a:t>
            </a:r>
            <a:endParaRPr lang="en-US" dirty="0"/>
          </a:p>
        </p:txBody>
      </p:sp>
    </p:spTree>
    <p:extLst>
      <p:ext uri="{BB962C8B-B14F-4D97-AF65-F5344CB8AC3E}">
        <p14:creationId xmlns:p14="http://schemas.microsoft.com/office/powerpoint/2010/main" val="2450100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rofi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3D4B50-5301-F746-87DB-88333CB917DC}"/>
              </a:ext>
            </a:extLst>
          </p:cNvPr>
          <p:cNvSpPr>
            <a:spLocks noGrp="1"/>
          </p:cNvSpPr>
          <p:nvPr>
            <p:ph idx="1"/>
          </p:nvPr>
        </p:nvSpPr>
        <p:spPr>
          <a:xfrm>
            <a:off x="4764088" y="780980"/>
            <a:ext cx="6591300" cy="5080071"/>
          </a:xfrm>
        </p:spPr>
        <p:txBody>
          <a:bodyPr lIns="0" tIns="0" rIns="0" bIns="0"/>
          <a:lstStyle>
            <a:lvl1pPr marL="0" indent="0">
              <a:buNone/>
              <a:defRPr sz="1600" b="1"/>
            </a:lvl1pPr>
            <a:lvl2pPr>
              <a:buClr>
                <a:schemeClr val="accent1"/>
              </a:buClr>
              <a:defRPr sz="14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p:txBody>
      </p:sp>
      <p:sp>
        <p:nvSpPr>
          <p:cNvPr id="8" name="Rectangle 7">
            <a:extLst>
              <a:ext uri="{FF2B5EF4-FFF2-40B4-BE49-F238E27FC236}">
                <a16:creationId xmlns:a16="http://schemas.microsoft.com/office/drawing/2014/main" id="{4FAAB49C-215F-0346-903F-E8550F4397F6}"/>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Rectangle 8">
            <a:extLst>
              <a:ext uri="{FF2B5EF4-FFF2-40B4-BE49-F238E27FC236}">
                <a16:creationId xmlns:a16="http://schemas.microsoft.com/office/drawing/2014/main" id="{64310D94-F6F6-424C-815A-C9B5D39ED40E}"/>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8220AE22-89AF-7449-9D6C-43040762ECDB}"/>
              </a:ext>
            </a:extLst>
          </p:cNvPr>
          <p:cNvPicPr>
            <a:picLocks noChangeAspect="1"/>
          </p:cNvPicPr>
          <p:nvPr userDrawn="1"/>
        </p:nvPicPr>
        <p:blipFill>
          <a:blip r:embed="rId2"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26831" y="6228013"/>
            <a:ext cx="990038" cy="256676"/>
          </a:xfrm>
          <a:prstGeom prst="rect">
            <a:avLst/>
          </a:prstGeom>
        </p:spPr>
      </p:pic>
      <p:sp>
        <p:nvSpPr>
          <p:cNvPr id="12" name="Slide Number Placeholder 4">
            <a:extLst>
              <a:ext uri="{FF2B5EF4-FFF2-40B4-BE49-F238E27FC236}">
                <a16:creationId xmlns:a16="http://schemas.microsoft.com/office/drawing/2014/main" id="{70531779-285C-A645-9E93-AC37ABBFFBFB}"/>
              </a:ext>
            </a:extLst>
          </p:cNvPr>
          <p:cNvSpPr txBox="1">
            <a:spLocks/>
          </p:cNvSpPr>
          <p:nvPr userDrawn="1"/>
        </p:nvSpPr>
        <p:spPr>
          <a:xfrm rot="16200000">
            <a:off x="-578903" y="5769015"/>
            <a:ext cx="1602136" cy="201133"/>
          </a:xfrm>
          <a:prstGeom prst="rect">
            <a:avLst/>
          </a:prstGeom>
        </p:spPr>
        <p:txBody>
          <a:bodyPr vert="horz" lIns="0" tIns="0" rIns="0" bIns="0" rtlCol="0" anchor="t"/>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80000"/>
              </a:lnSpc>
            </a:pPr>
            <a:r>
              <a:rPr lang="en-US" altLang="zh-CN" sz="1000" dirty="0">
                <a:solidFill>
                  <a:schemeClr val="tx1"/>
                </a:solidFill>
                <a:latin typeface="Gotham Book" panose="02000604040000020004" pitchFamily="2" charset="0"/>
              </a:rPr>
              <a:t>CONFIDENTIAL </a:t>
            </a:r>
            <a:r>
              <a:rPr lang="zh-CN" altLang="en-US" sz="1000" dirty="0">
                <a:solidFill>
                  <a:schemeClr val="tx1"/>
                </a:solidFill>
                <a:latin typeface="Gotham Book" panose="02000604040000020004" pitchFamily="2" charset="0"/>
              </a:rPr>
              <a:t> </a:t>
            </a:r>
            <a:r>
              <a:rPr lang="en-US" altLang="zh-CN" sz="1000" dirty="0">
                <a:solidFill>
                  <a:schemeClr val="tx1"/>
                </a:solidFill>
                <a:latin typeface="Gotham Book" panose="02000604040000020004" pitchFamily="2" charset="0"/>
              </a:rPr>
              <a:t>  </a:t>
            </a:r>
            <a:fld id="{FA84A37A-AFC2-4A01-80A1-FC20F2C0D5BB}" type="slidenum">
              <a:rPr lang="en-US" sz="1000" smtClean="0">
                <a:solidFill>
                  <a:schemeClr val="tx1"/>
                </a:solidFill>
                <a:latin typeface="Gotham Book" panose="02000604040000020004" pitchFamily="2" charset="0"/>
              </a:rPr>
              <a:pPr algn="l">
                <a:lnSpc>
                  <a:spcPct val="80000"/>
                </a:lnSpc>
              </a:pPr>
              <a:t>‹#›</a:t>
            </a:fld>
            <a:endParaRPr lang="en-US" sz="1000" dirty="0">
              <a:solidFill>
                <a:schemeClr val="tx1"/>
              </a:solidFill>
              <a:latin typeface="Gotham Book" panose="02000604040000020004" pitchFamily="2" charset="0"/>
            </a:endParaRPr>
          </a:p>
        </p:txBody>
      </p:sp>
      <p:sp>
        <p:nvSpPr>
          <p:cNvPr id="16" name="Content Placeholder 6">
            <a:extLst>
              <a:ext uri="{FF2B5EF4-FFF2-40B4-BE49-F238E27FC236}">
                <a16:creationId xmlns:a16="http://schemas.microsoft.com/office/drawing/2014/main" id="{972084B0-EA43-574D-900F-9678C6672E04}"/>
              </a:ext>
            </a:extLst>
          </p:cNvPr>
          <p:cNvSpPr>
            <a:spLocks noGrp="1"/>
          </p:cNvSpPr>
          <p:nvPr>
            <p:ph sz="quarter" idx="14" hasCustomPrompt="1"/>
          </p:nvPr>
        </p:nvSpPr>
        <p:spPr>
          <a:xfrm>
            <a:off x="1200150" y="780980"/>
            <a:ext cx="2987675" cy="3623329"/>
          </a:xfrm>
        </p:spPr>
        <p:txBody>
          <a:bodyPr/>
          <a:lstStyle/>
          <a:p>
            <a:r>
              <a:rPr lang="en-US" dirty="0"/>
              <a:t>image</a:t>
            </a:r>
          </a:p>
        </p:txBody>
      </p:sp>
      <p:sp>
        <p:nvSpPr>
          <p:cNvPr id="4" name="Text Placeholder 3">
            <a:extLst>
              <a:ext uri="{FF2B5EF4-FFF2-40B4-BE49-F238E27FC236}">
                <a16:creationId xmlns:a16="http://schemas.microsoft.com/office/drawing/2014/main" id="{2215E9B7-0F9E-D14B-91AE-FBB8394B6E83}"/>
              </a:ext>
            </a:extLst>
          </p:cNvPr>
          <p:cNvSpPr>
            <a:spLocks noGrp="1"/>
          </p:cNvSpPr>
          <p:nvPr>
            <p:ph type="body" sz="quarter" idx="15" hasCustomPrompt="1"/>
          </p:nvPr>
        </p:nvSpPr>
        <p:spPr>
          <a:xfrm>
            <a:off x="1200148" y="4548188"/>
            <a:ext cx="3551709" cy="1312863"/>
          </a:xfrm>
        </p:spPr>
        <p:txBody>
          <a:bodyPr lIns="0" tIns="0" rIns="0" bIns="0"/>
          <a:lstStyle>
            <a:lvl1pPr marL="0" indent="0">
              <a:buNone/>
              <a:defRPr sz="2000">
                <a:solidFill>
                  <a:schemeClr val="accent1"/>
                </a:solidFill>
              </a:defRPr>
            </a:lvl1pPr>
            <a:lvl2pPr marL="0" indent="0">
              <a:buFont typeface="Arial" panose="020B0604020202020204" pitchFamily="34" charset="0"/>
              <a:buNone/>
              <a:defRPr sz="2400" b="1" i="0">
                <a:solidFill>
                  <a:schemeClr val="tx1"/>
                </a:solidFill>
                <a:latin typeface="Gotham Bold" panose="02000604040000020004" pitchFamily="2" charset="0"/>
              </a:defRPr>
            </a:lvl2pPr>
            <a:lvl3pPr marL="914377" indent="0">
              <a:buNone/>
              <a:defRPr/>
            </a:lvl3pPr>
            <a:lvl4pPr marL="1371566" indent="0">
              <a:buNone/>
              <a:defRPr/>
            </a:lvl4pPr>
            <a:lvl5pPr marL="1828755" indent="0">
              <a:buNone/>
              <a:defRPr/>
            </a:lvl5pPr>
          </a:lstStyle>
          <a:p>
            <a:pPr lvl="0"/>
            <a:r>
              <a:rPr lang="en-US" dirty="0"/>
              <a:t>EDIT MASTER TEXT STYLES</a:t>
            </a:r>
          </a:p>
          <a:p>
            <a:pPr lvl="1"/>
            <a:r>
              <a:rPr lang="en-US" dirty="0"/>
              <a:t>Second level</a:t>
            </a:r>
          </a:p>
        </p:txBody>
      </p:sp>
    </p:spTree>
    <p:extLst>
      <p:ext uri="{BB962C8B-B14F-4D97-AF65-F5344CB8AC3E}">
        <p14:creationId xmlns:p14="http://schemas.microsoft.com/office/powerpoint/2010/main" val="31086392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EA0D47-6E0B-F342-94B6-AA662E093802}"/>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Rectangle 6">
            <a:extLst>
              <a:ext uri="{FF2B5EF4-FFF2-40B4-BE49-F238E27FC236}">
                <a16:creationId xmlns:a16="http://schemas.microsoft.com/office/drawing/2014/main" id="{44939CB2-6FF8-EB4A-9AA6-071FB03FB797}"/>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40C68317-DA34-8A46-8199-238F3F9C9F52}"/>
              </a:ext>
            </a:extLst>
          </p:cNvPr>
          <p:cNvPicPr>
            <a:picLocks noChangeAspect="1"/>
          </p:cNvPicPr>
          <p:nvPr userDrawn="1"/>
        </p:nvPicPr>
        <p:blipFill>
          <a:blip r:embed="rId2"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26831" y="6228013"/>
            <a:ext cx="990038" cy="256676"/>
          </a:xfrm>
          <a:prstGeom prst="rect">
            <a:avLst/>
          </a:prstGeom>
        </p:spPr>
      </p:pic>
      <p:sp>
        <p:nvSpPr>
          <p:cNvPr id="9" name="Slide Number Placeholder 4">
            <a:extLst>
              <a:ext uri="{FF2B5EF4-FFF2-40B4-BE49-F238E27FC236}">
                <a16:creationId xmlns:a16="http://schemas.microsoft.com/office/drawing/2014/main" id="{25F61554-A6A2-024A-A9D0-ACE66A3AB830}"/>
              </a:ext>
            </a:extLst>
          </p:cNvPr>
          <p:cNvSpPr txBox="1">
            <a:spLocks/>
          </p:cNvSpPr>
          <p:nvPr userDrawn="1"/>
        </p:nvSpPr>
        <p:spPr>
          <a:xfrm rot="16200000">
            <a:off x="-578903" y="5769015"/>
            <a:ext cx="1602136" cy="201133"/>
          </a:xfrm>
          <a:prstGeom prst="rect">
            <a:avLst/>
          </a:prstGeom>
        </p:spPr>
        <p:txBody>
          <a:bodyPr vert="horz" lIns="0" tIns="0" rIns="0" bIns="0" rtlCol="0" anchor="t"/>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80000"/>
              </a:lnSpc>
            </a:pPr>
            <a:r>
              <a:rPr lang="en-US" altLang="zh-CN" sz="1000" dirty="0">
                <a:solidFill>
                  <a:schemeClr val="tx1"/>
                </a:solidFill>
                <a:latin typeface="Gotham Book" panose="02000604040000020004" pitchFamily="2" charset="0"/>
              </a:rPr>
              <a:t>CONFIDENTIAL </a:t>
            </a:r>
            <a:r>
              <a:rPr lang="zh-CN" altLang="en-US" sz="1000" dirty="0">
                <a:solidFill>
                  <a:schemeClr val="tx1"/>
                </a:solidFill>
                <a:latin typeface="Gotham Book" panose="02000604040000020004" pitchFamily="2" charset="0"/>
              </a:rPr>
              <a:t> </a:t>
            </a:r>
            <a:r>
              <a:rPr lang="en-US" altLang="zh-CN" sz="1000" dirty="0">
                <a:solidFill>
                  <a:schemeClr val="tx1"/>
                </a:solidFill>
                <a:latin typeface="Gotham Book" panose="02000604040000020004" pitchFamily="2" charset="0"/>
              </a:rPr>
              <a:t>  </a:t>
            </a:r>
            <a:fld id="{FA84A37A-AFC2-4A01-80A1-FC20F2C0D5BB}" type="slidenum">
              <a:rPr lang="en-US" sz="1000" smtClean="0">
                <a:solidFill>
                  <a:schemeClr val="tx1"/>
                </a:solidFill>
                <a:latin typeface="Gotham Book" panose="02000604040000020004" pitchFamily="2" charset="0"/>
              </a:rPr>
              <a:pPr algn="l">
                <a:lnSpc>
                  <a:spcPct val="80000"/>
                </a:lnSpc>
              </a:pPr>
              <a:t>‹#›</a:t>
            </a:fld>
            <a:endParaRPr lang="en-US" sz="1000" dirty="0">
              <a:solidFill>
                <a:schemeClr val="tx1"/>
              </a:solidFill>
              <a:latin typeface="Gotham Book" panose="02000604040000020004" pitchFamily="2" charset="0"/>
            </a:endParaRPr>
          </a:p>
        </p:txBody>
      </p:sp>
      <p:sp>
        <p:nvSpPr>
          <p:cNvPr id="10" name="Title 1">
            <a:extLst>
              <a:ext uri="{FF2B5EF4-FFF2-40B4-BE49-F238E27FC236}">
                <a16:creationId xmlns:a16="http://schemas.microsoft.com/office/drawing/2014/main" id="{7EDFB81A-544F-464F-9339-ADF2A16FD995}"/>
              </a:ext>
            </a:extLst>
          </p:cNvPr>
          <p:cNvSpPr>
            <a:spLocks noGrp="1"/>
          </p:cNvSpPr>
          <p:nvPr>
            <p:ph type="title" hasCustomPrompt="1"/>
          </p:nvPr>
        </p:nvSpPr>
        <p:spPr>
          <a:xfrm>
            <a:off x="1200149" y="775808"/>
            <a:ext cx="9039003" cy="443198"/>
          </a:xfrm>
        </p:spPr>
        <p:txBody>
          <a:bodyPr anchor="t">
            <a:noAutofit/>
          </a:bodyPr>
          <a:lstStyle>
            <a:lvl1pPr>
              <a:defRPr sz="3600" b="0">
                <a:solidFill>
                  <a:schemeClr val="tx1"/>
                </a:solidFill>
                <a:latin typeface="Gotham Regular" panose="02000604040000020004" pitchFamily="2" charset="0"/>
              </a:defRPr>
            </a:lvl1pPr>
          </a:lstStyle>
          <a:p>
            <a:r>
              <a:rPr lang="en-US" dirty="0"/>
              <a:t>CLICK TO EDIT MASTER TITLE</a:t>
            </a:r>
          </a:p>
        </p:txBody>
      </p:sp>
    </p:spTree>
    <p:extLst>
      <p:ext uri="{BB962C8B-B14F-4D97-AF65-F5344CB8AC3E}">
        <p14:creationId xmlns:p14="http://schemas.microsoft.com/office/powerpoint/2010/main" val="19661270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ankYou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F6590BA-5D4B-4149-A72F-0A9A574BF3B6}"/>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72E668D0-07AA-6245-8B88-1490E9848A40}"/>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9B5516A8-C079-F344-B33E-6DFD3D1495F4}"/>
              </a:ext>
            </a:extLst>
          </p:cNvPr>
          <p:cNvCxnSpPr/>
          <p:nvPr userDrawn="1"/>
        </p:nvCxnSpPr>
        <p:spPr>
          <a:xfrm>
            <a:off x="8605502" y="-1"/>
            <a:ext cx="0" cy="685800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20" name="Graphic 19">
            <a:extLst>
              <a:ext uri="{FF2B5EF4-FFF2-40B4-BE49-F238E27FC236}">
                <a16:creationId xmlns:a16="http://schemas.microsoft.com/office/drawing/2014/main" id="{E05FA932-86B1-F845-80B5-0D779572ABE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00150" y="891020"/>
            <a:ext cx="2039743" cy="528823"/>
          </a:xfrm>
          <a:prstGeom prst="rect">
            <a:avLst/>
          </a:prstGeom>
        </p:spPr>
      </p:pic>
      <p:sp>
        <p:nvSpPr>
          <p:cNvPr id="23" name="Title 1">
            <a:extLst>
              <a:ext uri="{FF2B5EF4-FFF2-40B4-BE49-F238E27FC236}">
                <a16:creationId xmlns:a16="http://schemas.microsoft.com/office/drawing/2014/main" id="{B78E3D7E-4D5C-8F48-B83B-6C8F8BB0577A}"/>
              </a:ext>
            </a:extLst>
          </p:cNvPr>
          <p:cNvSpPr>
            <a:spLocks noGrp="1"/>
          </p:cNvSpPr>
          <p:nvPr>
            <p:ph type="ctrTitle" hasCustomPrompt="1"/>
          </p:nvPr>
        </p:nvSpPr>
        <p:spPr>
          <a:xfrm>
            <a:off x="1217404" y="3180011"/>
            <a:ext cx="6113838" cy="1860201"/>
          </a:xfrm>
          <a:noFill/>
        </p:spPr>
        <p:txBody>
          <a:bodyPr anchor="b">
            <a:normAutofit/>
          </a:bodyPr>
          <a:lstStyle>
            <a:lvl1pPr algn="l">
              <a:defRPr sz="6000" b="1" i="0">
                <a:solidFill>
                  <a:schemeClr val="tx1"/>
                </a:solidFill>
                <a:latin typeface="Gotham Bold" panose="02000604040000020004" pitchFamily="2" charset="0"/>
              </a:defRPr>
            </a:lvl1pPr>
          </a:lstStyle>
          <a:p>
            <a:r>
              <a:rPr lang="en-US" dirty="0"/>
              <a:t>CLICK TO ADD THANKS </a:t>
            </a:r>
          </a:p>
        </p:txBody>
      </p:sp>
      <p:sp>
        <p:nvSpPr>
          <p:cNvPr id="24" name="Subtitle 2">
            <a:extLst>
              <a:ext uri="{FF2B5EF4-FFF2-40B4-BE49-F238E27FC236}">
                <a16:creationId xmlns:a16="http://schemas.microsoft.com/office/drawing/2014/main" id="{42096408-8178-CE42-9D0A-58B1D1BAAC32}"/>
              </a:ext>
            </a:extLst>
          </p:cNvPr>
          <p:cNvSpPr>
            <a:spLocks noGrp="1"/>
          </p:cNvSpPr>
          <p:nvPr>
            <p:ph type="subTitle" idx="1" hasCustomPrompt="1"/>
          </p:nvPr>
        </p:nvSpPr>
        <p:spPr>
          <a:xfrm>
            <a:off x="1217403" y="5040213"/>
            <a:ext cx="6113839" cy="1187800"/>
          </a:xfrm>
          <a:noFill/>
        </p:spPr>
        <p:txBody>
          <a:bodyPr lIns="0" tIns="0" rIns="0" bIns="0">
            <a:normAutofit/>
          </a:bodyPr>
          <a:lstStyle>
            <a:lvl1pPr marL="0" indent="0" algn="l">
              <a:lnSpc>
                <a:spcPct val="80000"/>
              </a:lnSpc>
              <a:spcBef>
                <a:spcPts val="0"/>
              </a:spcBef>
              <a:buNone/>
              <a:defRPr sz="1600">
                <a:solidFill>
                  <a:schemeClr val="accen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ADD EMAIL ADDRESS</a:t>
            </a:r>
          </a:p>
        </p:txBody>
      </p:sp>
    </p:spTree>
    <p:extLst>
      <p:ext uri="{BB962C8B-B14F-4D97-AF65-F5344CB8AC3E}">
        <p14:creationId xmlns:p14="http://schemas.microsoft.com/office/powerpoint/2010/main" val="28296335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hankYou Slide (finish lin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52253A-026B-3545-8377-B7BC4B61D4A7}"/>
              </a:ext>
            </a:extLst>
          </p:cNvPr>
          <p:cNvPicPr>
            <a:picLocks noChangeAspect="1"/>
          </p:cNvPicPr>
          <p:nvPr userDrawn="1"/>
        </p:nvPicPr>
        <p:blipFill rotWithShape="1">
          <a:blip r:embed="rId2" cstate="email">
            <a:extLst>
              <a:ext uri="{28A0092B-C50C-407E-A947-70E740481C1C}">
                <a14:useLocalDpi xmlns:a14="http://schemas.microsoft.com/office/drawing/2010/main" val="0"/>
              </a:ext>
            </a:extLst>
          </a:blip>
          <a:srcRect l="16126" t="15326" r="20913" b="3784"/>
          <a:stretch/>
        </p:blipFill>
        <p:spPr>
          <a:xfrm>
            <a:off x="337779" y="0"/>
            <a:ext cx="8267723" cy="6858000"/>
          </a:xfrm>
          <a:prstGeom prst="rect">
            <a:avLst/>
          </a:prstGeom>
        </p:spPr>
      </p:pic>
      <p:sp>
        <p:nvSpPr>
          <p:cNvPr id="10" name="Rectangle 9">
            <a:extLst>
              <a:ext uri="{FF2B5EF4-FFF2-40B4-BE49-F238E27FC236}">
                <a16:creationId xmlns:a16="http://schemas.microsoft.com/office/drawing/2014/main" id="{1F1D25E2-A6BD-6C41-8D61-B7251B3A0AFA}"/>
              </a:ext>
            </a:extLst>
          </p:cNvPr>
          <p:cNvSpPr/>
          <p:nvPr userDrawn="1"/>
        </p:nvSpPr>
        <p:spPr>
          <a:xfrm>
            <a:off x="334964" y="0"/>
            <a:ext cx="8270538" cy="6857999"/>
          </a:xfrm>
          <a:prstGeom prst="rect">
            <a:avLst/>
          </a:prstGeom>
          <a:solidFill>
            <a:schemeClr val="tx1">
              <a:alpha val="63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F57F84-ABC6-C943-8B8F-D1089C0A94CE}"/>
              </a:ext>
            </a:extLst>
          </p:cNvPr>
          <p:cNvSpPr>
            <a:spLocks noGrp="1"/>
          </p:cNvSpPr>
          <p:nvPr>
            <p:ph type="ctrTitle" hasCustomPrompt="1"/>
          </p:nvPr>
        </p:nvSpPr>
        <p:spPr>
          <a:xfrm>
            <a:off x="1217404" y="3180011"/>
            <a:ext cx="6113838" cy="1860201"/>
          </a:xfrm>
          <a:noFill/>
        </p:spPr>
        <p:txBody>
          <a:bodyPr anchor="b">
            <a:normAutofit/>
          </a:bodyPr>
          <a:lstStyle>
            <a:lvl1pPr algn="l">
              <a:defRPr sz="6000" b="1" i="0">
                <a:solidFill>
                  <a:schemeClr val="bg1"/>
                </a:solidFill>
                <a:latin typeface="Gotham Bold" panose="02000604040000020004" pitchFamily="2" charset="0"/>
              </a:defRPr>
            </a:lvl1pPr>
          </a:lstStyle>
          <a:p>
            <a:r>
              <a:rPr lang="en-US" dirty="0"/>
              <a:t>CLICK TO ADD THANKS </a:t>
            </a:r>
          </a:p>
        </p:txBody>
      </p:sp>
      <p:sp>
        <p:nvSpPr>
          <p:cNvPr id="3" name="Subtitle 2">
            <a:extLst>
              <a:ext uri="{FF2B5EF4-FFF2-40B4-BE49-F238E27FC236}">
                <a16:creationId xmlns:a16="http://schemas.microsoft.com/office/drawing/2014/main" id="{45975764-23D6-344F-A64C-7AAA425AED6B}"/>
              </a:ext>
            </a:extLst>
          </p:cNvPr>
          <p:cNvSpPr>
            <a:spLocks noGrp="1"/>
          </p:cNvSpPr>
          <p:nvPr>
            <p:ph type="subTitle" idx="1" hasCustomPrompt="1"/>
          </p:nvPr>
        </p:nvSpPr>
        <p:spPr>
          <a:xfrm>
            <a:off x="1217403" y="5040213"/>
            <a:ext cx="6113839" cy="1187800"/>
          </a:xfrm>
          <a:noFill/>
        </p:spPr>
        <p:txBody>
          <a:bodyPr lIns="0" tIns="0" rIns="0" bIns="0">
            <a:normAutofit/>
          </a:bodyPr>
          <a:lstStyle>
            <a:lvl1pPr marL="0" indent="0" algn="l">
              <a:lnSpc>
                <a:spcPct val="80000"/>
              </a:lnSpc>
              <a:spcBef>
                <a:spcPts val="0"/>
              </a:spcBef>
              <a:buNone/>
              <a:defRPr sz="1600">
                <a:solidFill>
                  <a:schemeClr val="accen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ADD EMAIL ADDRESS</a:t>
            </a:r>
          </a:p>
        </p:txBody>
      </p:sp>
      <p:sp>
        <p:nvSpPr>
          <p:cNvPr id="7" name="Rectangle 6">
            <a:extLst>
              <a:ext uri="{FF2B5EF4-FFF2-40B4-BE49-F238E27FC236}">
                <a16:creationId xmlns:a16="http://schemas.microsoft.com/office/drawing/2014/main" id="{AF6590BA-5D4B-4149-A72F-0A9A574BF3B6}"/>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72E668D0-07AA-6245-8B88-1490E9848A40}"/>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22053DB7-A675-F741-AA6A-9D215C90ABA0}"/>
              </a:ext>
            </a:extLst>
          </p:cNvPr>
          <p:cNvPicPr>
            <a:picLocks noChangeAspect="1"/>
          </p:cNvPicPr>
          <p:nvPr userDrawn="1"/>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26831" y="6228013"/>
            <a:ext cx="990038" cy="256676"/>
          </a:xfrm>
          <a:prstGeom prst="rect">
            <a:avLst/>
          </a:prstGeom>
        </p:spPr>
      </p:pic>
      <p:cxnSp>
        <p:nvCxnSpPr>
          <p:cNvPr id="14" name="Straight Connector 13">
            <a:extLst>
              <a:ext uri="{FF2B5EF4-FFF2-40B4-BE49-F238E27FC236}">
                <a16:creationId xmlns:a16="http://schemas.microsoft.com/office/drawing/2014/main" id="{AB8CECFF-2BBA-9745-89ED-4059A636FD66}"/>
              </a:ext>
            </a:extLst>
          </p:cNvPr>
          <p:cNvCxnSpPr/>
          <p:nvPr userDrawn="1"/>
        </p:nvCxnSpPr>
        <p:spPr>
          <a:xfrm>
            <a:off x="8605502" y="-1"/>
            <a:ext cx="0" cy="685800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57945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hinese test 2">
    <p:spTree>
      <p:nvGrpSpPr>
        <p:cNvPr id="1" name=""/>
        <p:cNvGrpSpPr/>
        <p:nvPr/>
      </p:nvGrpSpPr>
      <p:grpSpPr>
        <a:xfrm>
          <a:off x="0" y="0"/>
          <a:ext cx="0" cy="0"/>
          <a:chOff x="0" y="0"/>
          <a:chExt cx="0" cy="0"/>
        </a:xfrm>
      </p:grpSpPr>
      <p:sp>
        <p:nvSpPr>
          <p:cNvPr id="10" name="Chart Placeholder 9"/>
          <p:cNvSpPr>
            <a:spLocks noGrp="1"/>
          </p:cNvSpPr>
          <p:nvPr>
            <p:ph type="chart" sz="quarter" idx="11" hasCustomPrompt="1"/>
          </p:nvPr>
        </p:nvSpPr>
        <p:spPr>
          <a:xfrm>
            <a:off x="1200150" y="1502143"/>
            <a:ext cx="5792321" cy="4630119"/>
          </a:xfrm>
          <a:prstGeom prst="rect">
            <a:avLst/>
          </a:prstGeom>
        </p:spPr>
        <p:txBody>
          <a:bodyPr vert="horz" lIns="0" tIns="0" rIns="0" bIns="0">
            <a:normAutofit/>
          </a:bodyPr>
          <a:lstStyle>
            <a:lvl1pPr marL="268119" indent="-268119">
              <a:buClr>
                <a:schemeClr val="accent1"/>
              </a:buClr>
              <a:buFont typeface="Arial" panose="020B0604020202020204" pitchFamily="34" charset="0"/>
              <a:buChar char="•"/>
              <a:defRPr sz="1200">
                <a:solidFill>
                  <a:srgbClr val="505150"/>
                </a:solidFill>
                <a:latin typeface="Noto Sans S Chinese Regular" panose="020B0500000000000000" pitchFamily="34" charset="-128"/>
                <a:ea typeface="Noto Sans S Chinese Regular" panose="020B0500000000000000" pitchFamily="34" charset="-128"/>
                <a:cs typeface="Noto Sans S Chinese Regular" panose="020B0500000000000000" pitchFamily="34" charset="-128"/>
              </a:defRPr>
            </a:lvl1pPr>
          </a:lstStyle>
          <a:p>
            <a:r>
              <a:rPr lang="zh-CN" altLang="en-US" noProof="1"/>
              <a:t>点击插入图表</a:t>
            </a:r>
            <a:endParaRPr lang="en-US" noProof="1"/>
          </a:p>
        </p:txBody>
      </p:sp>
      <p:sp>
        <p:nvSpPr>
          <p:cNvPr id="9" name="Text Placeholder 2"/>
          <p:cNvSpPr>
            <a:spLocks noGrp="1"/>
          </p:cNvSpPr>
          <p:nvPr>
            <p:ph type="body" sz="quarter" idx="19" hasCustomPrompt="1"/>
          </p:nvPr>
        </p:nvSpPr>
        <p:spPr>
          <a:xfrm>
            <a:off x="7643224" y="1502144"/>
            <a:ext cx="3708989" cy="4630118"/>
          </a:xfrm>
          <a:prstGeom prst="rect">
            <a:avLst/>
          </a:prstGeom>
        </p:spPr>
        <p:txBody>
          <a:bodyPr lIns="0" tIns="0" rIns="0" bIns="0">
            <a:normAutofit/>
          </a:bodyPr>
          <a:lstStyle>
            <a:lvl1pPr marL="0" indent="0">
              <a:lnSpc>
                <a:spcPts val="2158"/>
              </a:lnSpc>
              <a:spcBef>
                <a:spcPts val="0"/>
              </a:spcBef>
              <a:buClr>
                <a:schemeClr val="accent1"/>
              </a:buClr>
              <a:buFont typeface="Arial" panose="020B0604020202020204" pitchFamily="34" charset="0"/>
              <a:buNone/>
              <a:defRPr sz="1400">
                <a:solidFill>
                  <a:schemeClr val="tx1">
                    <a:lumMod val="75000"/>
                  </a:schemeClr>
                </a:solidFill>
                <a:latin typeface="Noto Sans S Chinese Regular" panose="020B0500000000000000" pitchFamily="34" charset="-128"/>
                <a:ea typeface="Noto Sans S Chinese Regular" panose="020B0500000000000000" pitchFamily="34" charset="-128"/>
                <a:cs typeface="Noto Sans S Chinese Regular" panose="020B0500000000000000" pitchFamily="34" charset="-128"/>
              </a:defRPr>
            </a:lvl1pPr>
            <a:lvl2pPr marL="0">
              <a:lnSpc>
                <a:spcPts val="2158"/>
              </a:lnSpc>
              <a:buClr>
                <a:schemeClr val="accent1"/>
              </a:buClr>
              <a:defRPr sz="1400">
                <a:solidFill>
                  <a:schemeClr val="tx1">
                    <a:lumMod val="75000"/>
                  </a:schemeClr>
                </a:solidFill>
                <a:latin typeface="Noto Sans S Chinese Regular" panose="020B0500000000000000" pitchFamily="34" charset="-128"/>
                <a:ea typeface="Noto Sans S Chinese Regular" panose="020B0500000000000000" pitchFamily="34" charset="-128"/>
                <a:cs typeface="Noto Sans S Chinese Regular" panose="020B0500000000000000" pitchFamily="34" charset="-128"/>
              </a:defRPr>
            </a:lvl2pPr>
            <a:lvl3pPr marL="506682" marR="0" indent="-227902" algn="l" defTabSz="914584" rtl="0" eaLnBrk="1" fontAlgn="base" latinLnBrk="0" hangingPunct="1">
              <a:lnSpc>
                <a:spcPts val="1877"/>
              </a:lnSpc>
              <a:spcBef>
                <a:spcPts val="505"/>
              </a:spcBef>
              <a:spcAft>
                <a:spcPct val="0"/>
              </a:spcAft>
              <a:buClrTx/>
              <a:buSzTx/>
              <a:buFont typeface="Arial" panose="020B0604020202020204" pitchFamily="34" charset="0"/>
              <a:buChar char="•"/>
              <a:tabLst/>
              <a:defRPr sz="1501">
                <a:latin typeface="+mj-ea"/>
                <a:ea typeface="+mj-ea"/>
              </a:defRPr>
            </a:lvl3pPr>
            <a:lvl4pPr marL="743134">
              <a:lnSpc>
                <a:spcPts val="1877"/>
              </a:lnSpc>
              <a:defRPr sz="1501">
                <a:latin typeface="+mj-ea"/>
                <a:ea typeface="+mj-ea"/>
              </a:defRPr>
            </a:lvl4pPr>
          </a:lstStyle>
          <a:p>
            <a:pPr lvl="0"/>
            <a:r>
              <a:rPr lang="zh-CN" altLang="en-US" dirty="0"/>
              <a:t>点击修改内文</a:t>
            </a:r>
            <a:endParaRPr lang="en-US" altLang="zh-CN" dirty="0"/>
          </a:p>
          <a:p>
            <a:pPr lvl="1"/>
            <a:r>
              <a:rPr lang="zh-CN" altLang="en-US" dirty="0"/>
              <a:t>点击修改内文</a:t>
            </a:r>
            <a:endParaRPr lang="en-US" altLang="zh-CN" dirty="0"/>
          </a:p>
        </p:txBody>
      </p:sp>
      <p:sp>
        <p:nvSpPr>
          <p:cNvPr id="8" name="Text Placeholder 2"/>
          <p:cNvSpPr>
            <a:spLocks noGrp="1"/>
          </p:cNvSpPr>
          <p:nvPr>
            <p:ph type="body" sz="quarter" idx="20" hasCustomPrompt="1"/>
          </p:nvPr>
        </p:nvSpPr>
        <p:spPr>
          <a:xfrm>
            <a:off x="4480579" y="6220186"/>
            <a:ext cx="7190078" cy="175846"/>
          </a:xfrm>
          <a:prstGeom prst="rect">
            <a:avLst/>
          </a:prstGeom>
        </p:spPr>
        <p:txBody>
          <a:bodyPr vert="horz"/>
          <a:lstStyle>
            <a:lvl1pPr marL="0" indent="0" algn="r">
              <a:buNone/>
              <a:defRPr sz="844" b="0" i="0">
                <a:solidFill>
                  <a:schemeClr val="tx1">
                    <a:lumMod val="75000"/>
                  </a:schemeClr>
                </a:solidFill>
                <a:latin typeface="+mn-lt"/>
                <a:ea typeface="+mn-ea"/>
                <a:cs typeface="Harmonia Sans Pro Cyr"/>
              </a:defRPr>
            </a:lvl1pPr>
          </a:lstStyle>
          <a:p>
            <a:pPr lvl="0"/>
            <a:r>
              <a:rPr lang="en-US" altLang="zh-CN" sz="844" dirty="0"/>
              <a:t>Source</a:t>
            </a:r>
            <a:r>
              <a:rPr lang="zh-CN" altLang="en-US" sz="844" dirty="0"/>
              <a:t>：</a:t>
            </a:r>
            <a:endParaRPr lang="en-US" altLang="zh-CN" dirty="0"/>
          </a:p>
        </p:txBody>
      </p:sp>
      <p:sp>
        <p:nvSpPr>
          <p:cNvPr id="7" name="Title 1"/>
          <p:cNvSpPr>
            <a:spLocks noGrp="1"/>
          </p:cNvSpPr>
          <p:nvPr>
            <p:ph type="title" hasCustomPrompt="1"/>
          </p:nvPr>
        </p:nvSpPr>
        <p:spPr>
          <a:xfrm>
            <a:off x="1200150" y="765175"/>
            <a:ext cx="10470507" cy="590656"/>
          </a:xfrm>
          <a:prstGeom prst="rect">
            <a:avLst/>
          </a:prstGeom>
        </p:spPr>
        <p:txBody>
          <a:bodyPr lIns="0" tIns="0" rIns="0" bIns="0" anchor="t">
            <a:normAutofit/>
          </a:bodyPr>
          <a:lstStyle>
            <a:lvl1pPr>
              <a:lnSpc>
                <a:spcPts val="3566"/>
              </a:lnSpc>
              <a:defRPr sz="3600" b="1">
                <a:solidFill>
                  <a:schemeClr val="tx1"/>
                </a:solidFill>
                <a:latin typeface="Noto Sans S Chinese Bold" panose="020B0500000000000000" pitchFamily="34" charset="-128"/>
                <a:ea typeface="Noto Sans S Chinese Bold" panose="020B0500000000000000" pitchFamily="34" charset="-128"/>
                <a:cs typeface="Noto Sans S Chinese Bold" panose="020B0500000000000000" pitchFamily="34" charset="-128"/>
              </a:defRPr>
            </a:lvl1pPr>
          </a:lstStyle>
          <a:p>
            <a:r>
              <a:rPr lang="zh-CN" altLang="en-US" noProof="1"/>
              <a:t>点击修改一行标题</a:t>
            </a:r>
          </a:p>
        </p:txBody>
      </p:sp>
      <p:sp>
        <p:nvSpPr>
          <p:cNvPr id="6" name="Rectangle 5">
            <a:extLst>
              <a:ext uri="{FF2B5EF4-FFF2-40B4-BE49-F238E27FC236}">
                <a16:creationId xmlns:a16="http://schemas.microsoft.com/office/drawing/2014/main" id="{0055B322-3763-404A-B079-AD55A8BE8AD8}"/>
              </a:ext>
            </a:extLst>
          </p:cNvPr>
          <p:cNvSpPr/>
          <p:nvPr userDrawn="1"/>
        </p:nvSpPr>
        <p:spPr>
          <a:xfrm>
            <a:off x="0" y="-1"/>
            <a:ext cx="334963" cy="505813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a:extLst>
              <a:ext uri="{FF2B5EF4-FFF2-40B4-BE49-F238E27FC236}">
                <a16:creationId xmlns:a16="http://schemas.microsoft.com/office/drawing/2014/main" id="{B0D7C9FC-1F5B-3D42-BEB0-994CC6D883EA}"/>
              </a:ext>
            </a:extLst>
          </p:cNvPr>
          <p:cNvSpPr/>
          <p:nvPr userDrawn="1"/>
        </p:nvSpPr>
        <p:spPr>
          <a:xfrm>
            <a:off x="0" y="5058136"/>
            <a:ext cx="334963" cy="17998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4">
            <a:extLst>
              <a:ext uri="{FF2B5EF4-FFF2-40B4-BE49-F238E27FC236}">
                <a16:creationId xmlns:a16="http://schemas.microsoft.com/office/drawing/2014/main" id="{8D64DA51-B590-B448-9EC6-CA095A448FA7}"/>
              </a:ext>
            </a:extLst>
          </p:cNvPr>
          <p:cNvSpPr txBox="1">
            <a:spLocks/>
          </p:cNvSpPr>
          <p:nvPr userDrawn="1"/>
        </p:nvSpPr>
        <p:spPr>
          <a:xfrm rot="16200000">
            <a:off x="-578903" y="5769015"/>
            <a:ext cx="1602136" cy="201133"/>
          </a:xfrm>
          <a:prstGeom prst="rect">
            <a:avLst/>
          </a:prstGeom>
        </p:spPr>
        <p:txBody>
          <a:bodyPr vert="horz" lIns="0" tIns="0" rIns="0" bIns="0" rtlCol="0" anchor="t"/>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80000"/>
              </a:lnSpc>
            </a:pPr>
            <a:r>
              <a:rPr lang="en-US" altLang="zh-CN" sz="1000" dirty="0">
                <a:solidFill>
                  <a:schemeClr val="tx1"/>
                </a:solidFill>
                <a:latin typeface="Gotham Book" panose="02000604040000020004" pitchFamily="2" charset="0"/>
              </a:rPr>
              <a:t>CONFIDENTIAL </a:t>
            </a:r>
            <a:r>
              <a:rPr lang="zh-CN" altLang="en-US" sz="1000" dirty="0">
                <a:solidFill>
                  <a:schemeClr val="tx1"/>
                </a:solidFill>
                <a:latin typeface="Gotham Book" panose="02000604040000020004" pitchFamily="2" charset="0"/>
              </a:rPr>
              <a:t> </a:t>
            </a:r>
            <a:r>
              <a:rPr lang="en-US" altLang="zh-CN" sz="1000" dirty="0">
                <a:solidFill>
                  <a:schemeClr val="tx1"/>
                </a:solidFill>
                <a:latin typeface="Gotham Book" panose="02000604040000020004" pitchFamily="2" charset="0"/>
              </a:rPr>
              <a:t>  </a:t>
            </a:r>
            <a:fld id="{FA84A37A-AFC2-4A01-80A1-FC20F2C0D5BB}" type="slidenum">
              <a:rPr lang="en-US" sz="1000" smtClean="0">
                <a:solidFill>
                  <a:schemeClr val="tx1"/>
                </a:solidFill>
                <a:latin typeface="Gotham Book" panose="02000604040000020004" pitchFamily="2" charset="0"/>
              </a:rPr>
              <a:pPr algn="l">
                <a:lnSpc>
                  <a:spcPct val="80000"/>
                </a:lnSpc>
              </a:pPr>
              <a:t>‹#›</a:t>
            </a:fld>
            <a:endParaRPr lang="en-US" sz="1000" dirty="0">
              <a:solidFill>
                <a:schemeClr val="tx1"/>
              </a:solidFill>
              <a:latin typeface="Gotham Book" panose="02000604040000020004" pitchFamily="2" charset="0"/>
            </a:endParaRPr>
          </a:p>
        </p:txBody>
      </p:sp>
    </p:spTree>
    <p:extLst>
      <p:ext uri="{BB962C8B-B14F-4D97-AF65-F5344CB8AC3E}">
        <p14:creationId xmlns:p14="http://schemas.microsoft.com/office/powerpoint/2010/main" val="1437765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4B78BD-7C59-D749-B716-47B0174637B7}"/>
              </a:ext>
            </a:extLst>
          </p:cNvPr>
          <p:cNvSpPr>
            <a:spLocks noGrp="1"/>
          </p:cNvSpPr>
          <p:nvPr>
            <p:ph type="title"/>
          </p:nvPr>
        </p:nvSpPr>
        <p:spPr>
          <a:xfrm>
            <a:off x="838200" y="765176"/>
            <a:ext cx="10515600" cy="1060450"/>
          </a:xfrm>
          <a:prstGeom prst="rect">
            <a:avLst/>
          </a:prstGeom>
        </p:spPr>
        <p:txBody>
          <a:bodyPr vert="horz" lIns="0" tIns="0" rIns="0" bIns="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9E4BA51C-3C9A-8A4F-AE4E-0870CBD21786}"/>
              </a:ext>
            </a:extLst>
          </p:cNvPr>
          <p:cNvSpPr>
            <a:spLocks noGrp="1"/>
          </p:cNvSpPr>
          <p:nvPr>
            <p:ph type="body" idx="1"/>
          </p:nvPr>
        </p:nvSpPr>
        <p:spPr>
          <a:xfrm>
            <a:off x="838200" y="1825625"/>
            <a:ext cx="10515600" cy="3741457"/>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E65B51DB-9CCB-5B42-8B6C-410A367DE21F}"/>
              </a:ext>
            </a:extLst>
          </p:cNvPr>
          <p:cNvSpPr>
            <a:spLocks noGrp="1"/>
          </p:cNvSpPr>
          <p:nvPr>
            <p:ph type="ftr" sz="quarter" idx="3"/>
          </p:nvPr>
        </p:nvSpPr>
        <p:spPr>
          <a:xfrm>
            <a:off x="838200" y="6492875"/>
            <a:ext cx="2732590" cy="365125"/>
          </a:xfrm>
          <a:prstGeom prst="rect">
            <a:avLst/>
          </a:prstGeom>
        </p:spPr>
        <p:txBody>
          <a:bodyPr vert="horz" lIns="0" tIns="0" rIns="0" bIns="0" rtlCol="0" anchor="t"/>
          <a:lstStyle>
            <a:lvl1pPr algn="l">
              <a:defRPr sz="1000">
                <a:solidFill>
                  <a:schemeClr val="tx1">
                    <a:tint val="75000"/>
                  </a:schemeClr>
                </a:solidFill>
                <a:latin typeface="Gotham Book Regular" panose="02000603040000020004" pitchFamily="2" charset="77"/>
              </a:defRPr>
            </a:lvl1pPr>
          </a:lstStyle>
          <a:p>
            <a:r>
              <a:rPr lang="en-US"/>
              <a:t>CONFIDENTIAL</a:t>
            </a:r>
            <a:endParaRPr lang="en-US" dirty="0"/>
          </a:p>
        </p:txBody>
      </p:sp>
      <p:sp>
        <p:nvSpPr>
          <p:cNvPr id="8" name="Rectangle 7">
            <a:extLst>
              <a:ext uri="{FF2B5EF4-FFF2-40B4-BE49-F238E27FC236}">
                <a16:creationId xmlns:a16="http://schemas.microsoft.com/office/drawing/2014/main" id="{A7581240-AF99-084A-91EB-2B0F690E3EAE}"/>
              </a:ext>
            </a:extLst>
          </p:cNvPr>
          <p:cNvSpPr>
            <a:spLocks noChangeAspect="1"/>
          </p:cNvSpPr>
          <p:nvPr userDrawn="1"/>
        </p:nvSpPr>
        <p:spPr>
          <a:xfrm>
            <a:off x="2476203" y="7276030"/>
            <a:ext cx="431800" cy="410645"/>
          </a:xfrm>
          <a:prstGeom prst="rect">
            <a:avLst/>
          </a:prstGeom>
          <a:solidFill>
            <a:srgbClr val="E6C24D"/>
          </a:solidFill>
          <a:ln>
            <a:noFill/>
          </a:ln>
          <a:effectLst/>
        </p:spPr>
        <p:style>
          <a:lnRef idx="1">
            <a:schemeClr val="accent1"/>
          </a:lnRef>
          <a:fillRef idx="3">
            <a:schemeClr val="accent1"/>
          </a:fillRef>
          <a:effectRef idx="2">
            <a:schemeClr val="accent1"/>
          </a:effectRef>
          <a:fontRef idx="minor">
            <a:schemeClr val="lt1"/>
          </a:fontRef>
        </p:style>
        <p:txBody>
          <a:bodyPr lIns="91378" tIns="45688" rIns="91378" bIns="45688" anchor="ctr"/>
          <a:lstStyle/>
          <a:p>
            <a:pPr algn="ctr" fontAlgn="auto"/>
            <a:endParaRPr lang="en-US" noProof="1">
              <a:solidFill>
                <a:schemeClr val="accent1"/>
              </a:solidFill>
            </a:endParaRPr>
          </a:p>
        </p:txBody>
      </p:sp>
      <p:sp>
        <p:nvSpPr>
          <p:cNvPr id="9" name="Rectangle 8">
            <a:extLst>
              <a:ext uri="{FF2B5EF4-FFF2-40B4-BE49-F238E27FC236}">
                <a16:creationId xmlns:a16="http://schemas.microsoft.com/office/drawing/2014/main" id="{0CE451C7-FA38-0143-B033-D48EF57CA853}"/>
              </a:ext>
            </a:extLst>
          </p:cNvPr>
          <p:cNvSpPr>
            <a:spLocks noChangeAspect="1"/>
          </p:cNvSpPr>
          <p:nvPr userDrawn="1"/>
        </p:nvSpPr>
        <p:spPr>
          <a:xfrm>
            <a:off x="6519789" y="7276029"/>
            <a:ext cx="431800" cy="205323"/>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91378" tIns="45688" rIns="91378" bIns="45688" anchor="ctr"/>
          <a:lstStyle/>
          <a:p>
            <a:pPr algn="ctr" fontAlgn="auto"/>
            <a:endParaRPr lang="en-US" noProof="1"/>
          </a:p>
        </p:txBody>
      </p:sp>
      <p:sp>
        <p:nvSpPr>
          <p:cNvPr id="10" name="Rectangle 9">
            <a:extLst>
              <a:ext uri="{FF2B5EF4-FFF2-40B4-BE49-F238E27FC236}">
                <a16:creationId xmlns:a16="http://schemas.microsoft.com/office/drawing/2014/main" id="{3FA33CCA-8C40-EF4A-ACA7-3C6F1C64FADD}"/>
              </a:ext>
            </a:extLst>
          </p:cNvPr>
          <p:cNvSpPr>
            <a:spLocks noChangeAspect="1"/>
          </p:cNvSpPr>
          <p:nvPr userDrawn="1"/>
        </p:nvSpPr>
        <p:spPr>
          <a:xfrm>
            <a:off x="6519789" y="7481352"/>
            <a:ext cx="431800" cy="205323"/>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lIns="91378" tIns="45688" rIns="91378" bIns="45688" anchor="ctr"/>
          <a:lstStyle/>
          <a:p>
            <a:pPr algn="ctr" fontAlgn="auto"/>
            <a:endParaRPr lang="en-US" noProof="1"/>
          </a:p>
        </p:txBody>
      </p:sp>
      <p:sp>
        <p:nvSpPr>
          <p:cNvPr id="21" name="Rectangle 20">
            <a:extLst>
              <a:ext uri="{FF2B5EF4-FFF2-40B4-BE49-F238E27FC236}">
                <a16:creationId xmlns:a16="http://schemas.microsoft.com/office/drawing/2014/main" id="{4349A8EC-CD6A-464B-A415-16CC7AE99442}"/>
              </a:ext>
            </a:extLst>
          </p:cNvPr>
          <p:cNvSpPr>
            <a:spLocks noChangeAspect="1"/>
          </p:cNvSpPr>
          <p:nvPr userDrawn="1"/>
        </p:nvSpPr>
        <p:spPr>
          <a:xfrm>
            <a:off x="9529762" y="7276030"/>
            <a:ext cx="431800" cy="410645"/>
          </a:xfrm>
          <a:prstGeom prst="rect">
            <a:avLst/>
          </a:prstGeom>
          <a:solidFill>
            <a:srgbClr val="272626"/>
          </a:solidFill>
          <a:ln>
            <a:noFill/>
          </a:ln>
          <a:effectLst/>
        </p:spPr>
        <p:style>
          <a:lnRef idx="1">
            <a:schemeClr val="accent1"/>
          </a:lnRef>
          <a:fillRef idx="3">
            <a:schemeClr val="accent1"/>
          </a:fillRef>
          <a:effectRef idx="2">
            <a:schemeClr val="accent1"/>
          </a:effectRef>
          <a:fontRef idx="minor">
            <a:schemeClr val="lt1"/>
          </a:fontRef>
        </p:style>
        <p:txBody>
          <a:bodyPr lIns="91378" tIns="45688" rIns="91378" bIns="45688" anchor="ctr"/>
          <a:lstStyle/>
          <a:p>
            <a:pPr algn="ctr" fontAlgn="auto"/>
            <a:endParaRPr lang="en-US" noProof="1"/>
          </a:p>
        </p:txBody>
      </p:sp>
      <p:sp>
        <p:nvSpPr>
          <p:cNvPr id="22" name="Rectangle 21">
            <a:extLst>
              <a:ext uri="{FF2B5EF4-FFF2-40B4-BE49-F238E27FC236}">
                <a16:creationId xmlns:a16="http://schemas.microsoft.com/office/drawing/2014/main" id="{349CDF68-CC8D-9844-8F28-4C113B5661D0}"/>
              </a:ext>
            </a:extLst>
          </p:cNvPr>
          <p:cNvSpPr>
            <a:spLocks noChangeAspect="1"/>
          </p:cNvSpPr>
          <p:nvPr userDrawn="1"/>
        </p:nvSpPr>
        <p:spPr>
          <a:xfrm>
            <a:off x="10083800" y="7276030"/>
            <a:ext cx="431800" cy="410645"/>
          </a:xfrm>
          <a:prstGeom prst="rect">
            <a:avLst/>
          </a:prstGeom>
          <a:solidFill>
            <a:srgbClr val="414140"/>
          </a:solidFill>
          <a:ln>
            <a:noFill/>
          </a:ln>
          <a:effectLst/>
        </p:spPr>
        <p:style>
          <a:lnRef idx="1">
            <a:schemeClr val="accent1"/>
          </a:lnRef>
          <a:fillRef idx="3">
            <a:schemeClr val="accent1"/>
          </a:fillRef>
          <a:effectRef idx="2">
            <a:schemeClr val="accent1"/>
          </a:effectRef>
          <a:fontRef idx="minor">
            <a:schemeClr val="lt1"/>
          </a:fontRef>
        </p:style>
        <p:txBody>
          <a:bodyPr lIns="91378" tIns="45688" rIns="91378" bIns="45688" anchor="ctr"/>
          <a:lstStyle/>
          <a:p>
            <a:pPr algn="ctr" fontAlgn="auto"/>
            <a:endParaRPr lang="en-US" noProof="1"/>
          </a:p>
        </p:txBody>
      </p:sp>
      <p:sp>
        <p:nvSpPr>
          <p:cNvPr id="23" name="Rectangle 22">
            <a:extLst>
              <a:ext uri="{FF2B5EF4-FFF2-40B4-BE49-F238E27FC236}">
                <a16:creationId xmlns:a16="http://schemas.microsoft.com/office/drawing/2014/main" id="{9887453E-6801-554A-B4B6-228F332DA8B7}"/>
              </a:ext>
            </a:extLst>
          </p:cNvPr>
          <p:cNvSpPr>
            <a:spLocks noChangeAspect="1"/>
          </p:cNvSpPr>
          <p:nvPr userDrawn="1"/>
        </p:nvSpPr>
        <p:spPr>
          <a:xfrm>
            <a:off x="10637837" y="7276030"/>
            <a:ext cx="431800" cy="410645"/>
          </a:xfrm>
          <a:prstGeom prst="rect">
            <a:avLst/>
          </a:prstGeom>
          <a:solidFill>
            <a:srgbClr val="A9AAA9"/>
          </a:solidFill>
          <a:ln>
            <a:noFill/>
          </a:ln>
          <a:effectLst/>
        </p:spPr>
        <p:style>
          <a:lnRef idx="1">
            <a:schemeClr val="accent1"/>
          </a:lnRef>
          <a:fillRef idx="3">
            <a:schemeClr val="accent1"/>
          </a:fillRef>
          <a:effectRef idx="2">
            <a:schemeClr val="accent1"/>
          </a:effectRef>
          <a:fontRef idx="minor">
            <a:schemeClr val="lt1"/>
          </a:fontRef>
        </p:style>
        <p:txBody>
          <a:bodyPr lIns="91378" tIns="45688" rIns="91378" bIns="45688" anchor="ctr"/>
          <a:lstStyle/>
          <a:p>
            <a:pPr algn="ctr" fontAlgn="auto"/>
            <a:endParaRPr lang="en-US" noProof="1"/>
          </a:p>
        </p:txBody>
      </p:sp>
      <p:sp>
        <p:nvSpPr>
          <p:cNvPr id="24" name="Rectangle 23">
            <a:extLst>
              <a:ext uri="{FF2B5EF4-FFF2-40B4-BE49-F238E27FC236}">
                <a16:creationId xmlns:a16="http://schemas.microsoft.com/office/drawing/2014/main" id="{8FB99AB8-156B-E344-9D5E-54591C32BC5D}"/>
              </a:ext>
            </a:extLst>
          </p:cNvPr>
          <p:cNvSpPr>
            <a:spLocks noChangeAspect="1"/>
          </p:cNvSpPr>
          <p:nvPr userDrawn="1"/>
        </p:nvSpPr>
        <p:spPr>
          <a:xfrm>
            <a:off x="11191875" y="7276030"/>
            <a:ext cx="431800" cy="410645"/>
          </a:xfrm>
          <a:prstGeom prst="rect">
            <a:avLst/>
          </a:prstGeom>
          <a:solidFill>
            <a:srgbClr val="D7D8D7"/>
          </a:solidFill>
          <a:ln>
            <a:noFill/>
          </a:ln>
          <a:effectLst/>
        </p:spPr>
        <p:style>
          <a:lnRef idx="1">
            <a:schemeClr val="accent1"/>
          </a:lnRef>
          <a:fillRef idx="3">
            <a:schemeClr val="accent1"/>
          </a:fillRef>
          <a:effectRef idx="2">
            <a:schemeClr val="accent1"/>
          </a:effectRef>
          <a:fontRef idx="minor">
            <a:schemeClr val="lt1"/>
          </a:fontRef>
        </p:style>
        <p:txBody>
          <a:bodyPr lIns="91378" tIns="45688" rIns="91378" bIns="45688" anchor="ctr"/>
          <a:lstStyle/>
          <a:p>
            <a:pPr algn="ctr" fontAlgn="auto"/>
            <a:endParaRPr lang="en-US" noProof="1"/>
          </a:p>
        </p:txBody>
      </p:sp>
      <p:sp>
        <p:nvSpPr>
          <p:cNvPr id="25" name="Rectangle 24">
            <a:extLst>
              <a:ext uri="{FF2B5EF4-FFF2-40B4-BE49-F238E27FC236}">
                <a16:creationId xmlns:a16="http://schemas.microsoft.com/office/drawing/2014/main" id="{E5059435-2B13-E446-AB07-738ED77110EF}"/>
              </a:ext>
            </a:extLst>
          </p:cNvPr>
          <p:cNvSpPr>
            <a:spLocks noChangeAspect="1"/>
          </p:cNvSpPr>
          <p:nvPr userDrawn="1"/>
        </p:nvSpPr>
        <p:spPr>
          <a:xfrm>
            <a:off x="11745912" y="7276030"/>
            <a:ext cx="431800" cy="41064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378" tIns="45688" rIns="91378" bIns="45688" anchor="ctr"/>
          <a:lstStyle/>
          <a:p>
            <a:pPr algn="ctr" fontAlgn="auto"/>
            <a:endParaRPr lang="en-US" noProof="1"/>
          </a:p>
        </p:txBody>
      </p:sp>
      <p:sp>
        <p:nvSpPr>
          <p:cNvPr id="26" name="TextBox 25">
            <a:extLst>
              <a:ext uri="{FF2B5EF4-FFF2-40B4-BE49-F238E27FC236}">
                <a16:creationId xmlns:a16="http://schemas.microsoft.com/office/drawing/2014/main" id="{2BBB9131-1383-F740-9D64-9E1528431522}"/>
              </a:ext>
            </a:extLst>
          </p:cNvPr>
          <p:cNvSpPr txBox="1">
            <a:spLocks noChangeArrowheads="1"/>
          </p:cNvSpPr>
          <p:nvPr userDrawn="1"/>
        </p:nvSpPr>
        <p:spPr bwMode="auto">
          <a:xfrm>
            <a:off x="2995351" y="7296686"/>
            <a:ext cx="43180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p>
            <a:r>
              <a:rPr lang="en-US" altLang="en-US" sz="800" dirty="0">
                <a:latin typeface="Gotham Book Regular" panose="02000603040000020004" pitchFamily="2" charset="77"/>
              </a:rPr>
              <a:t>R: 230</a:t>
            </a:r>
          </a:p>
          <a:p>
            <a:r>
              <a:rPr lang="en-US" altLang="en-US" sz="800" dirty="0">
                <a:latin typeface="Gotham Book Regular" panose="02000603040000020004" pitchFamily="2" charset="77"/>
              </a:rPr>
              <a:t>G: 194</a:t>
            </a:r>
          </a:p>
          <a:p>
            <a:r>
              <a:rPr lang="en-US" altLang="en-US" sz="800" dirty="0">
                <a:latin typeface="Gotham Book Regular" panose="02000603040000020004" pitchFamily="2" charset="77"/>
              </a:rPr>
              <a:t>B: 77</a:t>
            </a:r>
          </a:p>
        </p:txBody>
      </p:sp>
      <p:sp>
        <p:nvSpPr>
          <p:cNvPr id="33" name="TextBox 32">
            <a:extLst>
              <a:ext uri="{FF2B5EF4-FFF2-40B4-BE49-F238E27FC236}">
                <a16:creationId xmlns:a16="http://schemas.microsoft.com/office/drawing/2014/main" id="{F997A933-AD08-9849-A35C-A56C53B992DE}"/>
              </a:ext>
            </a:extLst>
          </p:cNvPr>
          <p:cNvSpPr txBox="1">
            <a:spLocks noChangeArrowheads="1"/>
          </p:cNvSpPr>
          <p:nvPr userDrawn="1"/>
        </p:nvSpPr>
        <p:spPr bwMode="auto">
          <a:xfrm>
            <a:off x="9540876" y="7740650"/>
            <a:ext cx="411164"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p>
            <a:r>
              <a:rPr lang="en-US" altLang="en-US" sz="800" dirty="0">
                <a:latin typeface="Gotham Book Regular" panose="02000603040000020004" pitchFamily="2" charset="77"/>
              </a:rPr>
              <a:t>95% K</a:t>
            </a:r>
          </a:p>
        </p:txBody>
      </p:sp>
      <p:sp>
        <p:nvSpPr>
          <p:cNvPr id="34" name="TextBox 33">
            <a:extLst>
              <a:ext uri="{FF2B5EF4-FFF2-40B4-BE49-F238E27FC236}">
                <a16:creationId xmlns:a16="http://schemas.microsoft.com/office/drawing/2014/main" id="{AB1DAAC5-D00D-0E47-9889-FCDEDAB01EFC}"/>
              </a:ext>
            </a:extLst>
          </p:cNvPr>
          <p:cNvSpPr txBox="1">
            <a:spLocks noChangeArrowheads="1"/>
          </p:cNvSpPr>
          <p:nvPr userDrawn="1"/>
        </p:nvSpPr>
        <p:spPr bwMode="auto">
          <a:xfrm>
            <a:off x="10083801" y="7740650"/>
            <a:ext cx="431800"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p>
            <a:r>
              <a:rPr lang="en-US" altLang="en-US" sz="800" dirty="0">
                <a:latin typeface="Gotham Book Regular" panose="02000603040000020004" pitchFamily="2" charset="77"/>
              </a:rPr>
              <a:t>85% K</a:t>
            </a:r>
          </a:p>
        </p:txBody>
      </p:sp>
      <p:sp>
        <p:nvSpPr>
          <p:cNvPr id="35" name="TextBox 34">
            <a:extLst>
              <a:ext uri="{FF2B5EF4-FFF2-40B4-BE49-F238E27FC236}">
                <a16:creationId xmlns:a16="http://schemas.microsoft.com/office/drawing/2014/main" id="{B457126D-71F6-164B-9EC1-77BF889B19C2}"/>
              </a:ext>
            </a:extLst>
          </p:cNvPr>
          <p:cNvSpPr txBox="1">
            <a:spLocks noChangeArrowheads="1"/>
          </p:cNvSpPr>
          <p:nvPr userDrawn="1"/>
        </p:nvSpPr>
        <p:spPr bwMode="auto">
          <a:xfrm>
            <a:off x="10647362" y="7740650"/>
            <a:ext cx="416563"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p>
            <a:r>
              <a:rPr lang="en-US" altLang="en-US" sz="800" dirty="0">
                <a:latin typeface="Gotham Book Regular" panose="02000603040000020004" pitchFamily="2" charset="77"/>
              </a:rPr>
              <a:t>35% K</a:t>
            </a:r>
          </a:p>
        </p:txBody>
      </p:sp>
      <p:sp>
        <p:nvSpPr>
          <p:cNvPr id="36" name="TextBox 35">
            <a:extLst>
              <a:ext uri="{FF2B5EF4-FFF2-40B4-BE49-F238E27FC236}">
                <a16:creationId xmlns:a16="http://schemas.microsoft.com/office/drawing/2014/main" id="{7364FD1C-4A14-464B-8D1D-1E4E115590C2}"/>
              </a:ext>
            </a:extLst>
          </p:cNvPr>
          <p:cNvSpPr txBox="1">
            <a:spLocks noChangeArrowheads="1"/>
          </p:cNvSpPr>
          <p:nvPr userDrawn="1"/>
        </p:nvSpPr>
        <p:spPr bwMode="auto">
          <a:xfrm>
            <a:off x="11191876" y="7740650"/>
            <a:ext cx="431800"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p>
            <a:r>
              <a:rPr lang="en-US" altLang="en-US" sz="800" dirty="0">
                <a:latin typeface="Gotham Book Regular" panose="02000603040000020004" pitchFamily="2" charset="77"/>
              </a:rPr>
              <a:t>15% K</a:t>
            </a:r>
          </a:p>
        </p:txBody>
      </p:sp>
      <p:sp>
        <p:nvSpPr>
          <p:cNvPr id="37" name="TextBox 36">
            <a:extLst>
              <a:ext uri="{FF2B5EF4-FFF2-40B4-BE49-F238E27FC236}">
                <a16:creationId xmlns:a16="http://schemas.microsoft.com/office/drawing/2014/main" id="{5F5E148B-DB63-494F-927B-EDDC448E9F82}"/>
              </a:ext>
            </a:extLst>
          </p:cNvPr>
          <p:cNvSpPr txBox="1">
            <a:spLocks noChangeArrowheads="1"/>
          </p:cNvSpPr>
          <p:nvPr userDrawn="1"/>
        </p:nvSpPr>
        <p:spPr bwMode="auto">
          <a:xfrm>
            <a:off x="11751627" y="7740650"/>
            <a:ext cx="426085"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p>
            <a:r>
              <a:rPr lang="en-US" altLang="en-US" sz="800" dirty="0">
                <a:latin typeface="Gotham Book Regular" panose="02000603040000020004" pitchFamily="2" charset="77"/>
              </a:rPr>
              <a:t>0% K</a:t>
            </a:r>
          </a:p>
        </p:txBody>
      </p:sp>
      <p:sp>
        <p:nvSpPr>
          <p:cNvPr id="50" name="Rectangle 43">
            <a:extLst>
              <a:ext uri="{FF2B5EF4-FFF2-40B4-BE49-F238E27FC236}">
                <a16:creationId xmlns:a16="http://schemas.microsoft.com/office/drawing/2014/main" id="{61554AA9-1CC7-2047-9DE2-7E4622DCABF2}"/>
              </a:ext>
            </a:extLst>
          </p:cNvPr>
          <p:cNvSpPr>
            <a:spLocks noChangeArrowheads="1"/>
          </p:cNvSpPr>
          <p:nvPr userDrawn="1"/>
        </p:nvSpPr>
        <p:spPr bwMode="auto">
          <a:xfrm>
            <a:off x="1397216" y="7392137"/>
            <a:ext cx="779631" cy="141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b">
            <a:spAutoFit/>
          </a:bodyPr>
          <a:lstStyle/>
          <a:p>
            <a:pPr algn="l"/>
            <a:fld id="{4590F627-521B-4112-AB01-ED51C7D81436}" type="datetime1">
              <a:rPr lang="zh-CN" altLang="en-US" sz="900" baseline="0" smtClean="0">
                <a:solidFill>
                  <a:schemeClr val="bg2">
                    <a:lumMod val="50000"/>
                  </a:schemeClr>
                </a:solidFill>
                <a:latin typeface="Gotham Regular" panose="02000604040000020004" pitchFamily="2" charset="0"/>
                <a:ea typeface="PMingLiU" panose="02020500000000000000" pitchFamily="18" charset="-120"/>
              </a:rPr>
              <a:t>2025/7/6</a:t>
            </a:fld>
            <a:endParaRPr lang="en-US" altLang="zh-TW" sz="900" baseline="0" dirty="0">
              <a:solidFill>
                <a:schemeClr val="bg2">
                  <a:lumMod val="50000"/>
                </a:schemeClr>
              </a:solidFill>
              <a:latin typeface="Gotham Regular" panose="02000604040000020004" pitchFamily="2" charset="0"/>
              <a:ea typeface="PMingLiU" panose="02020500000000000000" pitchFamily="18" charset="-120"/>
            </a:endParaRPr>
          </a:p>
        </p:txBody>
      </p:sp>
      <p:pic>
        <p:nvPicPr>
          <p:cNvPr id="51" name="Graphic 50">
            <a:extLst>
              <a:ext uri="{FF2B5EF4-FFF2-40B4-BE49-F238E27FC236}">
                <a16:creationId xmlns:a16="http://schemas.microsoft.com/office/drawing/2014/main" id="{BD42F076-7718-1A43-9345-5E09BBF2955A}"/>
              </a:ext>
            </a:extLst>
          </p:cNvPr>
          <p:cNvPicPr>
            <a:picLocks noChangeAspect="1"/>
          </p:cNvPicPr>
          <p:nvPr userDrawn="1"/>
        </p:nvPicPr>
        <p:blipFill>
          <a:blip r:embed="rId26" cstate="email">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56613" y="7353014"/>
            <a:ext cx="990038" cy="256676"/>
          </a:xfrm>
          <a:prstGeom prst="rect">
            <a:avLst/>
          </a:prstGeom>
        </p:spPr>
      </p:pic>
      <p:grpSp>
        <p:nvGrpSpPr>
          <p:cNvPr id="4" name="Group 3">
            <a:extLst>
              <a:ext uri="{FF2B5EF4-FFF2-40B4-BE49-F238E27FC236}">
                <a16:creationId xmlns:a16="http://schemas.microsoft.com/office/drawing/2014/main" id="{F0038B6F-1004-8B45-B366-816AE117E03D}"/>
              </a:ext>
            </a:extLst>
          </p:cNvPr>
          <p:cNvGrpSpPr/>
          <p:nvPr userDrawn="1"/>
        </p:nvGrpSpPr>
        <p:grpSpPr>
          <a:xfrm>
            <a:off x="7073826" y="7276029"/>
            <a:ext cx="1539876" cy="410645"/>
            <a:chOff x="5892507" y="7216775"/>
            <a:chExt cx="1539876" cy="469900"/>
          </a:xfrm>
        </p:grpSpPr>
        <p:sp>
          <p:nvSpPr>
            <p:cNvPr id="11" name="Rectangle 10">
              <a:extLst>
                <a:ext uri="{FF2B5EF4-FFF2-40B4-BE49-F238E27FC236}">
                  <a16:creationId xmlns:a16="http://schemas.microsoft.com/office/drawing/2014/main" id="{B6E360BA-2174-7E42-AD71-54DA99765EAD}"/>
                </a:ext>
              </a:extLst>
            </p:cNvPr>
            <p:cNvSpPr>
              <a:spLocks noChangeAspect="1"/>
            </p:cNvSpPr>
            <p:nvPr userDrawn="1"/>
          </p:nvSpPr>
          <p:spPr>
            <a:xfrm>
              <a:off x="5892508" y="7451725"/>
              <a:ext cx="431800" cy="23495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91378" tIns="45688" rIns="91378" bIns="45688" anchor="ctr"/>
            <a:lstStyle/>
            <a:p>
              <a:pPr algn="ctr" fontAlgn="auto"/>
              <a:endParaRPr lang="en-US" noProof="1"/>
            </a:p>
          </p:txBody>
        </p:sp>
        <p:sp>
          <p:nvSpPr>
            <p:cNvPr id="12" name="Rectangle 11">
              <a:extLst>
                <a:ext uri="{FF2B5EF4-FFF2-40B4-BE49-F238E27FC236}">
                  <a16:creationId xmlns:a16="http://schemas.microsoft.com/office/drawing/2014/main" id="{3A00BFBE-8C07-B84F-A716-B429665D26DB}"/>
                </a:ext>
              </a:extLst>
            </p:cNvPr>
            <p:cNvSpPr>
              <a:spLocks noChangeAspect="1"/>
            </p:cNvSpPr>
            <p:nvPr userDrawn="1"/>
          </p:nvSpPr>
          <p:spPr>
            <a:xfrm>
              <a:off x="6446545" y="7451725"/>
              <a:ext cx="431800" cy="23495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lIns="91378" tIns="45688" rIns="91378" bIns="45688" anchor="ctr"/>
            <a:lstStyle/>
            <a:p>
              <a:pPr algn="ctr" fontAlgn="auto"/>
              <a:endParaRPr lang="en-US" noProof="1"/>
            </a:p>
          </p:txBody>
        </p:sp>
        <p:sp>
          <p:nvSpPr>
            <p:cNvPr id="13" name="Rectangle 12">
              <a:extLst>
                <a:ext uri="{FF2B5EF4-FFF2-40B4-BE49-F238E27FC236}">
                  <a16:creationId xmlns:a16="http://schemas.microsoft.com/office/drawing/2014/main" id="{1488E61D-795B-1A4E-BDD5-6B7A986AB505}"/>
                </a:ext>
              </a:extLst>
            </p:cNvPr>
            <p:cNvSpPr>
              <a:spLocks noChangeAspect="1"/>
            </p:cNvSpPr>
            <p:nvPr userDrawn="1"/>
          </p:nvSpPr>
          <p:spPr>
            <a:xfrm>
              <a:off x="7000583" y="7451725"/>
              <a:ext cx="431800" cy="23495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lIns="91378" tIns="45688" rIns="91378" bIns="45688" anchor="ctr"/>
            <a:lstStyle/>
            <a:p>
              <a:pPr algn="ctr" fontAlgn="auto"/>
              <a:endParaRPr lang="en-US" noProof="1"/>
            </a:p>
          </p:txBody>
        </p:sp>
        <p:sp>
          <p:nvSpPr>
            <p:cNvPr id="46" name="Rectangle 45">
              <a:extLst>
                <a:ext uri="{FF2B5EF4-FFF2-40B4-BE49-F238E27FC236}">
                  <a16:creationId xmlns:a16="http://schemas.microsoft.com/office/drawing/2014/main" id="{74711B66-73F6-4A40-9BD6-B45D086B0CBC}"/>
                </a:ext>
              </a:extLst>
            </p:cNvPr>
            <p:cNvSpPr>
              <a:spLocks noChangeAspect="1"/>
            </p:cNvSpPr>
            <p:nvPr userDrawn="1"/>
          </p:nvSpPr>
          <p:spPr>
            <a:xfrm>
              <a:off x="5892507" y="7216775"/>
              <a:ext cx="431800" cy="234950"/>
            </a:xfrm>
            <a:prstGeom prst="rect">
              <a:avLst/>
            </a:prstGeom>
            <a:solidFill>
              <a:schemeClr val="accent4">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91378" tIns="45688" rIns="91378" bIns="45688" anchor="ctr"/>
            <a:lstStyle/>
            <a:p>
              <a:pPr algn="ctr" fontAlgn="auto"/>
              <a:endParaRPr lang="en-US" noProof="1"/>
            </a:p>
          </p:txBody>
        </p:sp>
        <p:sp>
          <p:nvSpPr>
            <p:cNvPr id="48" name="Rectangle 47">
              <a:extLst>
                <a:ext uri="{FF2B5EF4-FFF2-40B4-BE49-F238E27FC236}">
                  <a16:creationId xmlns:a16="http://schemas.microsoft.com/office/drawing/2014/main" id="{41AB5F7A-43BF-824A-9836-6BB9D109BA52}"/>
                </a:ext>
              </a:extLst>
            </p:cNvPr>
            <p:cNvSpPr>
              <a:spLocks noChangeAspect="1"/>
            </p:cNvSpPr>
            <p:nvPr userDrawn="1"/>
          </p:nvSpPr>
          <p:spPr>
            <a:xfrm>
              <a:off x="6446545" y="7216775"/>
              <a:ext cx="431800" cy="234950"/>
            </a:xfrm>
            <a:prstGeom prst="rect">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91378" tIns="45688" rIns="91378" bIns="45688" anchor="ctr"/>
            <a:lstStyle/>
            <a:p>
              <a:pPr algn="ctr" fontAlgn="auto"/>
              <a:endParaRPr lang="en-US" noProof="1"/>
            </a:p>
          </p:txBody>
        </p:sp>
        <p:sp>
          <p:nvSpPr>
            <p:cNvPr id="52" name="Rectangle 51">
              <a:extLst>
                <a:ext uri="{FF2B5EF4-FFF2-40B4-BE49-F238E27FC236}">
                  <a16:creationId xmlns:a16="http://schemas.microsoft.com/office/drawing/2014/main" id="{F5027328-76EC-E742-94A1-E3C9ECD1010D}"/>
                </a:ext>
              </a:extLst>
            </p:cNvPr>
            <p:cNvSpPr>
              <a:spLocks noChangeAspect="1"/>
            </p:cNvSpPr>
            <p:nvPr userDrawn="1"/>
          </p:nvSpPr>
          <p:spPr>
            <a:xfrm>
              <a:off x="7000582" y="7216775"/>
              <a:ext cx="431800" cy="234950"/>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91378" tIns="45688" rIns="91378" bIns="45688" anchor="ctr"/>
            <a:lstStyle/>
            <a:p>
              <a:pPr algn="ctr" fontAlgn="auto"/>
              <a:endParaRPr lang="en-US" noProof="1"/>
            </a:p>
          </p:txBody>
        </p:sp>
      </p:grpSp>
      <p:sp>
        <p:nvSpPr>
          <p:cNvPr id="53" name="Rectangle 52">
            <a:extLst>
              <a:ext uri="{FF2B5EF4-FFF2-40B4-BE49-F238E27FC236}">
                <a16:creationId xmlns:a16="http://schemas.microsoft.com/office/drawing/2014/main" id="{05298F01-EDBE-BF40-918B-CFACF585F580}"/>
              </a:ext>
            </a:extLst>
          </p:cNvPr>
          <p:cNvSpPr>
            <a:spLocks noChangeAspect="1"/>
          </p:cNvSpPr>
          <p:nvPr userDrawn="1"/>
        </p:nvSpPr>
        <p:spPr>
          <a:xfrm>
            <a:off x="4617889" y="7276030"/>
            <a:ext cx="431800" cy="410645"/>
          </a:xfrm>
          <a:prstGeom prst="rect">
            <a:avLst/>
          </a:prstGeom>
          <a:solidFill>
            <a:srgbClr val="2E2D2C"/>
          </a:solidFill>
          <a:ln>
            <a:noFill/>
          </a:ln>
          <a:effectLst/>
        </p:spPr>
        <p:style>
          <a:lnRef idx="1">
            <a:schemeClr val="accent1"/>
          </a:lnRef>
          <a:fillRef idx="3">
            <a:schemeClr val="accent1"/>
          </a:fillRef>
          <a:effectRef idx="2">
            <a:schemeClr val="accent1"/>
          </a:effectRef>
          <a:fontRef idx="minor">
            <a:schemeClr val="lt1"/>
          </a:fontRef>
        </p:style>
        <p:txBody>
          <a:bodyPr lIns="91378" tIns="45688" rIns="91378" bIns="45688" anchor="ctr"/>
          <a:lstStyle/>
          <a:p>
            <a:pPr algn="ctr" fontAlgn="auto"/>
            <a:endParaRPr lang="en-US" noProof="1">
              <a:solidFill>
                <a:schemeClr val="accent1"/>
              </a:solidFill>
            </a:endParaRPr>
          </a:p>
        </p:txBody>
      </p:sp>
      <p:sp>
        <p:nvSpPr>
          <p:cNvPr id="54" name="Rectangle 53">
            <a:extLst>
              <a:ext uri="{FF2B5EF4-FFF2-40B4-BE49-F238E27FC236}">
                <a16:creationId xmlns:a16="http://schemas.microsoft.com/office/drawing/2014/main" id="{B301E7B5-3079-674B-BD68-55DE9630F4D3}"/>
              </a:ext>
            </a:extLst>
          </p:cNvPr>
          <p:cNvSpPr>
            <a:spLocks noChangeAspect="1"/>
          </p:cNvSpPr>
          <p:nvPr userDrawn="1"/>
        </p:nvSpPr>
        <p:spPr>
          <a:xfrm>
            <a:off x="5171927" y="7276030"/>
            <a:ext cx="431800" cy="41064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378" tIns="45688" rIns="91378" bIns="45688" anchor="ctr"/>
          <a:lstStyle/>
          <a:p>
            <a:pPr algn="ctr" fontAlgn="auto"/>
            <a:endParaRPr lang="en-US" noProof="1">
              <a:solidFill>
                <a:schemeClr val="accent1"/>
              </a:solidFill>
            </a:endParaRPr>
          </a:p>
        </p:txBody>
      </p:sp>
      <p:sp>
        <p:nvSpPr>
          <p:cNvPr id="56" name="TextBox 55">
            <a:extLst>
              <a:ext uri="{FF2B5EF4-FFF2-40B4-BE49-F238E27FC236}">
                <a16:creationId xmlns:a16="http://schemas.microsoft.com/office/drawing/2014/main" id="{08E1CF6C-F2F4-6047-BDB0-1B1D572C559D}"/>
              </a:ext>
            </a:extLst>
          </p:cNvPr>
          <p:cNvSpPr txBox="1">
            <a:spLocks noChangeArrowheads="1"/>
          </p:cNvSpPr>
          <p:nvPr userDrawn="1"/>
        </p:nvSpPr>
        <p:spPr bwMode="auto">
          <a:xfrm>
            <a:off x="3425119" y="7296686"/>
            <a:ext cx="431801"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p>
            <a:r>
              <a:rPr lang="en-US" altLang="en-US" sz="800" dirty="0">
                <a:latin typeface="Gotham Book Regular" panose="02000603040000020004" pitchFamily="2" charset="77"/>
              </a:rPr>
              <a:t>C: 13</a:t>
            </a:r>
          </a:p>
          <a:p>
            <a:r>
              <a:rPr lang="en-US" altLang="en-US" sz="800" dirty="0">
                <a:latin typeface="Gotham Book Regular" panose="02000603040000020004" pitchFamily="2" charset="77"/>
              </a:rPr>
              <a:t>M: 22</a:t>
            </a:r>
          </a:p>
          <a:p>
            <a:r>
              <a:rPr lang="en-US" altLang="en-US" sz="800" dirty="0">
                <a:latin typeface="Gotham Book Regular" panose="02000603040000020004" pitchFamily="2" charset="77"/>
              </a:rPr>
              <a:t>Y: 78</a:t>
            </a:r>
          </a:p>
          <a:p>
            <a:r>
              <a:rPr lang="en-US" altLang="en-US" sz="800" dirty="0">
                <a:latin typeface="Gotham Book Regular" panose="02000603040000020004" pitchFamily="2" charset="77"/>
              </a:rPr>
              <a:t>K: 0</a:t>
            </a:r>
          </a:p>
        </p:txBody>
      </p:sp>
    </p:spTree>
    <p:extLst>
      <p:ext uri="{BB962C8B-B14F-4D97-AF65-F5344CB8AC3E}">
        <p14:creationId xmlns:p14="http://schemas.microsoft.com/office/powerpoint/2010/main" val="646211683"/>
      </p:ext>
    </p:extLst>
  </p:cSld>
  <p:clrMap bg1="lt1" tx1="dk1" bg2="lt2" tx2="dk2" accent1="accent1" accent2="accent2" accent3="accent3" accent4="accent4" accent5="accent5" accent6="accent6" hlink="hlink" folHlink="folHlink"/>
  <p:sldLayoutIdLst>
    <p:sldLayoutId id="2147483852" r:id="rId1"/>
    <p:sldLayoutId id="2147483879" r:id="rId2"/>
    <p:sldLayoutId id="2147483880" r:id="rId3"/>
    <p:sldLayoutId id="2147483892" r:id="rId4"/>
    <p:sldLayoutId id="2147483890" r:id="rId5"/>
    <p:sldLayoutId id="2147483883" r:id="rId6"/>
    <p:sldLayoutId id="2147483891" r:id="rId7"/>
    <p:sldLayoutId id="2147483882" r:id="rId8"/>
    <p:sldLayoutId id="2147483885" r:id="rId9"/>
    <p:sldLayoutId id="2147483889" r:id="rId10"/>
    <p:sldLayoutId id="2147483886" r:id="rId11"/>
    <p:sldLayoutId id="2147483888" r:id="rId12"/>
    <p:sldLayoutId id="2147483887" r:id="rId13"/>
    <p:sldLayoutId id="2147483853" r:id="rId14"/>
    <p:sldLayoutId id="2147483855" r:id="rId15"/>
    <p:sldLayoutId id="2147483856" r:id="rId16"/>
    <p:sldLayoutId id="2147483859" r:id="rId17"/>
    <p:sldLayoutId id="2147483860" r:id="rId18"/>
    <p:sldLayoutId id="2147483884" r:id="rId19"/>
    <p:sldLayoutId id="2147483878" r:id="rId20"/>
    <p:sldLayoutId id="2147483857" r:id="rId21"/>
    <p:sldLayoutId id="2147483873" r:id="rId22"/>
    <p:sldLayoutId id="2147483881" r:id="rId23"/>
    <p:sldLayoutId id="2147483877" r:id="rId24"/>
  </p:sldLayoutIdLst>
  <p:hf sldNum="0" hdr="0" ftr="0"/>
  <p:txStyles>
    <p:titleStyle>
      <a:lvl1pPr algn="l" defTabSz="914377" rtl="0" eaLnBrk="1" latinLnBrk="0" hangingPunct="1">
        <a:lnSpc>
          <a:spcPct val="80000"/>
        </a:lnSpc>
        <a:spcBef>
          <a:spcPct val="0"/>
        </a:spcBef>
        <a:buNone/>
        <a:defRPr sz="3600" b="1" i="0" kern="1200">
          <a:solidFill>
            <a:schemeClr val="tx1"/>
          </a:solidFill>
          <a:latin typeface="Gotham Bold" panose="02000604040000020004" pitchFamily="2" charset="0"/>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solidFill>
          <a:latin typeface="Gotham Book Regular" panose="02000603040000020004" pitchFamily="2" charset="77"/>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Gotham Book Regular" panose="02000603040000020004" pitchFamily="2" charset="77"/>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Gotham Book Regular" panose="02000603040000020004" pitchFamily="2" charset="77"/>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Gotham Book Regular" panose="02000603040000020004" pitchFamily="2" charset="77"/>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900" kern="1200">
          <a:solidFill>
            <a:schemeClr val="tx1"/>
          </a:solidFill>
          <a:latin typeface="Gotham Book Regular" panose="02000603040000020004"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2">
          <p15:clr>
            <a:srgbClr val="F26B43"/>
          </p15:clr>
        </p15:guide>
        <p15:guide id="2" pos="3840">
          <p15:clr>
            <a:srgbClr val="F26B43"/>
          </p15:clr>
        </p15:guide>
        <p15:guide id="3" pos="211">
          <p15:clr>
            <a:srgbClr val="F26B43"/>
          </p15:clr>
        </p15:guide>
        <p15:guide id="4" pos="7469">
          <p15:clr>
            <a:srgbClr val="F26B43"/>
          </p15:clr>
        </p15:guide>
        <p15:guide id="5" pos="7151">
          <p15:clr>
            <a:srgbClr val="F26B43"/>
          </p15:clr>
        </p15:guide>
        <p15:guide id="6" pos="529">
          <p15:clr>
            <a:srgbClr val="F26B43"/>
          </p15:clr>
        </p15:guide>
        <p15:guide id="7" orient="horz" pos="3838">
          <p15:clr>
            <a:srgbClr val="F26B43"/>
          </p15:clr>
        </p15:guide>
        <p15:guide id="8" orient="horz" pos="3997">
          <p15:clr>
            <a:srgbClr val="F26B43"/>
          </p15:clr>
        </p15:guide>
        <p15:guide id="9" pos="75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png"/><Relationship Id="rId7"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4.xml"/><Relationship Id="rId5" Type="http://schemas.openxmlformats.org/officeDocument/2006/relationships/image" Target="../media/image30.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31.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32.pn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4.xml"/><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4.xml"/><Relationship Id="rId5" Type="http://schemas.openxmlformats.org/officeDocument/2006/relationships/image" Target="../media/image36.png"/><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8C6F9E-425E-D862-5FF9-03D5EE1C94C4}"/>
              </a:ext>
            </a:extLst>
          </p:cNvPr>
          <p:cNvSpPr>
            <a:spLocks noGrp="1"/>
          </p:cNvSpPr>
          <p:nvPr>
            <p:ph idx="1"/>
          </p:nvPr>
        </p:nvSpPr>
        <p:spPr/>
        <p:txBody>
          <a:bodyPr/>
          <a:lstStyle/>
          <a:p>
            <a:endParaRPr lang="en-US"/>
          </a:p>
        </p:txBody>
      </p:sp>
      <p:sp>
        <p:nvSpPr>
          <p:cNvPr id="3" name="Title 2">
            <a:extLst>
              <a:ext uri="{FF2B5EF4-FFF2-40B4-BE49-F238E27FC236}">
                <a16:creationId xmlns:a16="http://schemas.microsoft.com/office/drawing/2014/main" id="{F66C3746-115B-0270-7153-69C58B602E01}"/>
              </a:ext>
            </a:extLst>
          </p:cNvPr>
          <p:cNvSpPr>
            <a:spLocks noGrp="1"/>
          </p:cNvSpPr>
          <p:nvPr>
            <p:ph type="title"/>
          </p:nvPr>
        </p:nvSpPr>
        <p:spPr/>
        <p:txBody>
          <a:bodyPr/>
          <a:lstStyle/>
          <a:p>
            <a:r>
              <a:rPr kumimoji="1" lang="zh-CN" altLang="en-US" b="1" dirty="0">
                <a:latin typeface="Microsoft YaHei" panose="020B0503020204020204" pitchFamily="34" charset="-122"/>
                <a:ea typeface="Microsoft YaHei" panose="020B0503020204020204" pitchFamily="34" charset="-122"/>
                <a:cs typeface="Noto Sans S Chinese Regular" charset="-122"/>
              </a:rPr>
              <a:t>阿兹海默市场综述</a:t>
            </a:r>
            <a:endParaRPr lang="en-US" dirty="0"/>
          </a:p>
        </p:txBody>
      </p:sp>
    </p:spTree>
    <p:extLst>
      <p:ext uri="{BB962C8B-B14F-4D97-AF65-F5344CB8AC3E}">
        <p14:creationId xmlns:p14="http://schemas.microsoft.com/office/powerpoint/2010/main" val="2396592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00149" y="618172"/>
            <a:ext cx="9039003" cy="443198"/>
          </a:xfrm>
        </p:spPr>
        <p:txBody>
          <a:bodyPr/>
          <a:lstStyle/>
          <a:p>
            <a:r>
              <a:rPr kumimoji="1" lang="zh-CN" altLang="en-US" sz="2800" b="1" dirty="0">
                <a:latin typeface="Microsoft YaHei" panose="020B0503020204020204" pitchFamily="34" charset="-122"/>
                <a:ea typeface="Microsoft YaHei" panose="020B0503020204020204" pitchFamily="34" charset="-122"/>
                <a:cs typeface="Noto Sans S Chinese Regular" charset="-122"/>
              </a:rPr>
              <a:t>阿兹海默市场</a:t>
            </a:r>
          </a:p>
        </p:txBody>
      </p:sp>
      <p:pic>
        <p:nvPicPr>
          <p:cNvPr id="25" name="Graphic 10">
            <a:extLst>
              <a:ext uri="{FF2B5EF4-FFF2-40B4-BE49-F238E27FC236}">
                <a16:creationId xmlns:a16="http://schemas.microsoft.com/office/drawing/2014/main" id="{CCF3B9A0-F1C2-9E47-BF4F-D73FF3FECD4C}"/>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726831" y="6228013"/>
            <a:ext cx="990038" cy="256676"/>
          </a:xfrm>
          <a:prstGeom prst="rect">
            <a:avLst/>
          </a:prstGeom>
        </p:spPr>
      </p:pic>
      <p:grpSp>
        <p:nvGrpSpPr>
          <p:cNvPr id="14" name="组合 13">
            <a:extLst>
              <a:ext uri="{FF2B5EF4-FFF2-40B4-BE49-F238E27FC236}">
                <a16:creationId xmlns:a16="http://schemas.microsoft.com/office/drawing/2014/main" id="{E19167D3-A926-7816-9825-F9343F2EDC7E}"/>
              </a:ext>
            </a:extLst>
          </p:cNvPr>
          <p:cNvGrpSpPr/>
          <p:nvPr/>
        </p:nvGrpSpPr>
        <p:grpSpPr>
          <a:xfrm>
            <a:off x="1211580" y="1690360"/>
            <a:ext cx="4198925" cy="4229934"/>
            <a:chOff x="3996537" y="1873520"/>
            <a:chExt cx="4198925" cy="4229934"/>
          </a:xfrm>
        </p:grpSpPr>
        <p:sp>
          <p:nvSpPr>
            <p:cNvPr id="15" name="椭圆 14">
              <a:extLst>
                <a:ext uri="{FF2B5EF4-FFF2-40B4-BE49-F238E27FC236}">
                  <a16:creationId xmlns:a16="http://schemas.microsoft.com/office/drawing/2014/main" id="{7341829F-EE9C-4FDB-03CE-6900F6AB7CCD}"/>
                </a:ext>
              </a:extLst>
            </p:cNvPr>
            <p:cNvSpPr/>
            <p:nvPr/>
          </p:nvSpPr>
          <p:spPr>
            <a:xfrm>
              <a:off x="3996537" y="1873520"/>
              <a:ext cx="4198925" cy="4229934"/>
            </a:xfrm>
            <a:prstGeom prst="ellipse">
              <a:avLst/>
            </a:prstGeom>
            <a:solidFill>
              <a:schemeClr val="accent2">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600" b="1" kern="0" dirty="0">
                  <a:solidFill>
                    <a:schemeClr val="bg1"/>
                  </a:solidFill>
                  <a:latin typeface="微软雅黑"/>
                  <a:ea typeface="微软雅黑"/>
                </a:rPr>
                <a:t>3. Assisted products &amp; services</a:t>
              </a:r>
              <a:endParaRPr kumimoji="1" lang="en-US" altLang="zh-CN" sz="1600" b="1" i="0" u="none" strike="noStrike" kern="0" cap="none" spc="0" normalizeH="0" baseline="0" noProof="0" dirty="0">
                <a:ln>
                  <a:noFill/>
                </a:ln>
                <a:solidFill>
                  <a:schemeClr val="bg1"/>
                </a:solidFill>
                <a:effectLst/>
                <a:uLnTx/>
                <a:uFillTx/>
                <a:latin typeface="微软雅黑"/>
                <a:ea typeface="微软雅黑"/>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1" lang="en-US" altLang="zh-CN" sz="1600" b="1" i="0" u="none" strike="noStrike" kern="0" cap="none" spc="0" normalizeH="0" baseline="0" noProof="0" dirty="0">
                <a:ln>
                  <a:noFill/>
                </a:ln>
                <a:solidFill>
                  <a:schemeClr val="bg1"/>
                </a:solidFill>
                <a:effectLst/>
                <a:uLnTx/>
                <a:uFillTx/>
                <a:latin typeface="微软雅黑"/>
                <a:ea typeface="微软雅黑"/>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1" lang="en-US" altLang="zh-CN" sz="1600" b="1" i="0" u="none" strike="noStrike" kern="0" cap="none" spc="0" normalizeH="0" baseline="0" noProof="0" dirty="0">
                <a:ln>
                  <a:noFill/>
                </a:ln>
                <a:solidFill>
                  <a:schemeClr val="bg1"/>
                </a:solidFill>
                <a:effectLst/>
                <a:uLnTx/>
                <a:uFillTx/>
                <a:latin typeface="微软雅黑"/>
                <a:ea typeface="微软雅黑"/>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1" lang="en-US" altLang="zh-CN" sz="1600" b="1" i="0" u="none" strike="noStrike" kern="0" cap="none" spc="0" normalizeH="0" baseline="0" noProof="0" dirty="0">
                <a:ln>
                  <a:noFill/>
                </a:ln>
                <a:solidFill>
                  <a:schemeClr val="bg1"/>
                </a:solidFill>
                <a:effectLst/>
                <a:uLnTx/>
                <a:uFillTx/>
                <a:latin typeface="微软雅黑"/>
                <a:ea typeface="微软雅黑"/>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1" lang="en-US" altLang="zh-CN" sz="1600" b="1" i="0" u="none" strike="noStrike" kern="0" cap="none" spc="0" normalizeH="0" baseline="0" noProof="0" dirty="0">
                <a:ln>
                  <a:noFill/>
                </a:ln>
                <a:solidFill>
                  <a:schemeClr val="bg1"/>
                </a:solidFill>
                <a:effectLst/>
                <a:uLnTx/>
                <a:uFillTx/>
                <a:latin typeface="微软雅黑"/>
                <a:ea typeface="微软雅黑"/>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1" lang="en-US" altLang="zh-CN" sz="1600" b="1" i="0" u="none" strike="noStrike" kern="0" cap="none" spc="0" normalizeH="0" baseline="0" noProof="0" dirty="0">
                <a:ln>
                  <a:noFill/>
                </a:ln>
                <a:solidFill>
                  <a:schemeClr val="bg1"/>
                </a:solidFill>
                <a:effectLst/>
                <a:uLnTx/>
                <a:uFillTx/>
                <a:latin typeface="微软雅黑"/>
                <a:ea typeface="微软雅黑"/>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1" lang="en-US" altLang="zh-CN" sz="1600" b="1" i="0" u="none" strike="noStrike" kern="0" cap="none" spc="0" normalizeH="0" baseline="0" noProof="0" dirty="0">
                <a:ln>
                  <a:noFill/>
                </a:ln>
                <a:solidFill>
                  <a:schemeClr val="bg1"/>
                </a:solidFill>
                <a:effectLst/>
                <a:uLnTx/>
                <a:uFillTx/>
                <a:latin typeface="微软雅黑"/>
                <a:ea typeface="微软雅黑"/>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1" lang="en-US" altLang="zh-CN" sz="1600" b="1" i="0" u="none" strike="noStrike" kern="0" cap="none" spc="0" normalizeH="0" baseline="0" noProof="0" dirty="0">
                <a:ln>
                  <a:noFill/>
                </a:ln>
                <a:solidFill>
                  <a:schemeClr val="bg1"/>
                </a:solidFill>
                <a:effectLst/>
                <a:uLnTx/>
                <a:uFillTx/>
                <a:latin typeface="微软雅黑"/>
                <a:ea typeface="微软雅黑"/>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1" lang="en-US" altLang="zh-CN" sz="1600" b="1" i="0" u="none" strike="noStrike" kern="0" cap="none" spc="0" normalizeH="0" baseline="0" noProof="0" dirty="0">
                <a:ln>
                  <a:noFill/>
                </a:ln>
                <a:solidFill>
                  <a:schemeClr val="bg1"/>
                </a:solidFill>
                <a:effectLst/>
                <a:uLnTx/>
                <a:uFillTx/>
                <a:latin typeface="微软雅黑"/>
                <a:ea typeface="微软雅黑"/>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dirty="0">
                <a:ln>
                  <a:noFill/>
                </a:ln>
                <a:solidFill>
                  <a:schemeClr val="bg1"/>
                </a:solidFill>
                <a:effectLst/>
                <a:uLnTx/>
                <a:uFillTx/>
                <a:latin typeface="微软雅黑"/>
                <a:ea typeface="微软雅黑"/>
              </a:endParaRPr>
            </a:p>
          </p:txBody>
        </p:sp>
        <p:sp>
          <p:nvSpPr>
            <p:cNvPr id="16" name="椭圆 15">
              <a:extLst>
                <a:ext uri="{FF2B5EF4-FFF2-40B4-BE49-F238E27FC236}">
                  <a16:creationId xmlns:a16="http://schemas.microsoft.com/office/drawing/2014/main" id="{8E1AAD1C-870A-962F-4632-283CF6B3745E}"/>
                </a:ext>
              </a:extLst>
            </p:cNvPr>
            <p:cNvSpPr/>
            <p:nvPr/>
          </p:nvSpPr>
          <p:spPr>
            <a:xfrm>
              <a:off x="4670908" y="3231160"/>
              <a:ext cx="2903992" cy="2872294"/>
            </a:xfrm>
            <a:prstGeom prst="ellipse">
              <a:avLst/>
            </a:prstGeom>
            <a:solidFill>
              <a:schemeClr val="accent1">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600" b="1" i="0" u="none" strike="noStrike" kern="0" cap="none" spc="0" normalizeH="0" baseline="0" noProof="0" dirty="0">
                  <a:ln>
                    <a:noFill/>
                  </a:ln>
                  <a:solidFill>
                    <a:srgbClr val="FFC000"/>
                  </a:solidFill>
                  <a:effectLst/>
                  <a:uLnTx/>
                  <a:uFillTx/>
                  <a:latin typeface="微软雅黑"/>
                  <a:ea typeface="微软雅黑"/>
                </a:rPr>
                <a:t>2.</a:t>
              </a:r>
              <a:r>
                <a:rPr kumimoji="1" lang="zh-CN" altLang="en-US" sz="1600" b="1" i="0" u="none" strike="noStrike" kern="0" cap="none" spc="0" normalizeH="0" baseline="0" noProof="0" dirty="0">
                  <a:ln>
                    <a:noFill/>
                  </a:ln>
                  <a:solidFill>
                    <a:srgbClr val="FFC000"/>
                  </a:solidFill>
                  <a:effectLst/>
                  <a:uLnTx/>
                  <a:uFillTx/>
                  <a:latin typeface="微软雅黑"/>
                  <a:ea typeface="微软雅黑"/>
                </a:rPr>
                <a:t> </a:t>
              </a:r>
              <a:r>
                <a:rPr kumimoji="1" lang="en-US" altLang="zh-CN" sz="1600" b="1" kern="0" dirty="0">
                  <a:solidFill>
                    <a:srgbClr val="FFC000"/>
                  </a:solidFill>
                  <a:latin typeface="微软雅黑"/>
                  <a:ea typeface="微软雅黑"/>
                </a:rPr>
                <a:t>Tx</a:t>
              </a:r>
              <a:endParaRPr kumimoji="1" lang="en-US" altLang="zh-CN" sz="1400" b="1" i="0" u="none" strike="noStrike" kern="0" cap="none" spc="0" normalizeH="0" baseline="0" noProof="0" dirty="0">
                <a:ln>
                  <a:noFill/>
                </a:ln>
                <a:solidFill>
                  <a:schemeClr val="bg1"/>
                </a:solidFill>
                <a:effectLst/>
                <a:uLnTx/>
                <a:uFillTx/>
                <a:latin typeface="微软雅黑"/>
                <a:ea typeface="微软雅黑"/>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1" lang="en-US" altLang="zh-CN" sz="1400" b="1" i="0" u="none" strike="noStrike" kern="0" cap="none" spc="0" normalizeH="0" baseline="0" noProof="0" dirty="0">
                <a:ln>
                  <a:noFill/>
                </a:ln>
                <a:solidFill>
                  <a:srgbClr val="2E2C2C"/>
                </a:solidFill>
                <a:effectLst/>
                <a:uLnTx/>
                <a:uFillTx/>
                <a:latin typeface="微软雅黑"/>
                <a:ea typeface="微软雅黑"/>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1" lang="en-US" altLang="zh-CN" sz="1400" b="1" i="0" u="none" strike="noStrike" kern="0" cap="none" spc="0" normalizeH="0" baseline="0" noProof="0" dirty="0">
                <a:ln>
                  <a:noFill/>
                </a:ln>
                <a:solidFill>
                  <a:srgbClr val="2E2C2C"/>
                </a:solidFill>
                <a:effectLst/>
                <a:uLnTx/>
                <a:uFillTx/>
                <a:latin typeface="微软雅黑"/>
                <a:ea typeface="微软雅黑"/>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1" lang="en-US" altLang="zh-CN" sz="1400" b="1" i="0" u="none" strike="noStrike" kern="0" cap="none" spc="0" normalizeH="0" baseline="0" noProof="0" dirty="0">
                <a:ln>
                  <a:noFill/>
                </a:ln>
                <a:solidFill>
                  <a:srgbClr val="2E2C2C"/>
                </a:solidFill>
                <a:effectLst/>
                <a:uLnTx/>
                <a:uFillTx/>
                <a:latin typeface="微软雅黑"/>
                <a:ea typeface="微软雅黑"/>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1" lang="en-US" altLang="zh-CN" sz="1400" b="1" i="0" u="none" strike="noStrike" kern="0" cap="none" spc="0" normalizeH="0" baseline="0" noProof="0" dirty="0">
                <a:ln>
                  <a:noFill/>
                </a:ln>
                <a:solidFill>
                  <a:srgbClr val="2E2C2C"/>
                </a:solidFill>
                <a:effectLst/>
                <a:uLnTx/>
                <a:uFillTx/>
                <a:latin typeface="微软雅黑"/>
                <a:ea typeface="微软雅黑"/>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400" b="1" i="0" u="none" strike="noStrike" kern="0" cap="none" spc="0" normalizeH="0" baseline="0" noProof="0" dirty="0">
                  <a:ln>
                    <a:noFill/>
                  </a:ln>
                  <a:solidFill>
                    <a:srgbClr val="2E2C2C"/>
                  </a:solidFill>
                  <a:effectLst/>
                  <a:uLnTx/>
                  <a:uFillTx/>
                  <a:latin typeface="微软雅黑"/>
                  <a:ea typeface="微软雅黑"/>
                </a:rPr>
                <a:t>C</a:t>
              </a:r>
              <a:endParaRPr kumimoji="1" lang="zh-CN" altLang="en-US" sz="1400" b="1" i="0" u="none" strike="noStrike" kern="0" cap="none" spc="0" normalizeH="0" baseline="0" noProof="0" dirty="0">
                <a:ln>
                  <a:noFill/>
                </a:ln>
                <a:solidFill>
                  <a:srgbClr val="2E2C2C"/>
                </a:solidFill>
                <a:effectLst/>
                <a:uLnTx/>
                <a:uFillTx/>
                <a:latin typeface="微软雅黑"/>
                <a:ea typeface="微软雅黑"/>
              </a:endParaRPr>
            </a:p>
          </p:txBody>
        </p:sp>
        <p:sp>
          <p:nvSpPr>
            <p:cNvPr id="17" name="椭圆 16">
              <a:extLst>
                <a:ext uri="{FF2B5EF4-FFF2-40B4-BE49-F238E27FC236}">
                  <a16:creationId xmlns:a16="http://schemas.microsoft.com/office/drawing/2014/main" id="{EBE3EA83-688D-9E89-78E3-B42E223715EE}"/>
                </a:ext>
              </a:extLst>
            </p:cNvPr>
            <p:cNvSpPr/>
            <p:nvPr/>
          </p:nvSpPr>
          <p:spPr>
            <a:xfrm>
              <a:off x="5247826" y="4374160"/>
              <a:ext cx="1747181" cy="1729294"/>
            </a:xfrm>
            <a:prstGeom prst="ellipse">
              <a:avLst/>
            </a:prstGeom>
            <a:solidFill>
              <a:schemeClr val="accent1">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400" b="1" i="0" u="none" strike="noStrike" kern="0" cap="none" spc="0" normalizeH="0" baseline="0" noProof="0" dirty="0">
                  <a:ln>
                    <a:noFill/>
                  </a:ln>
                  <a:solidFill>
                    <a:srgbClr val="FFC000"/>
                  </a:solidFill>
                  <a:effectLst/>
                  <a:uLnTx/>
                  <a:uFillTx/>
                  <a:latin typeface="微软雅黑"/>
                  <a:ea typeface="微软雅黑"/>
                </a:rPr>
                <a:t>1.Diagnosis</a:t>
              </a:r>
            </a:p>
          </p:txBody>
        </p:sp>
      </p:grpSp>
      <p:cxnSp>
        <p:nvCxnSpPr>
          <p:cNvPr id="4" name="Connector: Elbow 46">
            <a:extLst>
              <a:ext uri="{FF2B5EF4-FFF2-40B4-BE49-F238E27FC236}">
                <a16:creationId xmlns:a16="http://schemas.microsoft.com/office/drawing/2014/main" id="{3145C872-440B-8C8F-B4DF-BE2F8D2DE8E4}"/>
              </a:ext>
            </a:extLst>
          </p:cNvPr>
          <p:cNvCxnSpPr>
            <a:cxnSpLocks/>
          </p:cNvCxnSpPr>
          <p:nvPr/>
        </p:nvCxnSpPr>
        <p:spPr>
          <a:xfrm rot="16200000" flipH="1">
            <a:off x="4945042" y="4090788"/>
            <a:ext cx="6350" cy="2562266"/>
          </a:xfrm>
          <a:prstGeom prst="bentConnector2">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B495F49F-2FC2-F590-33A9-5ADA867B81B3}"/>
              </a:ext>
            </a:extLst>
          </p:cNvPr>
          <p:cNvSpPr txBox="1">
            <a:spLocks/>
          </p:cNvSpPr>
          <p:nvPr/>
        </p:nvSpPr>
        <p:spPr>
          <a:xfrm>
            <a:off x="6229351" y="4908460"/>
            <a:ext cx="3295650" cy="1111340"/>
          </a:xfrm>
          <a:prstGeom prst="rect">
            <a:avLst/>
          </a:prstGeom>
          <a:ln w="28575">
            <a:solidFill>
              <a:schemeClr val="accent1"/>
            </a:solidFill>
          </a:ln>
        </p:spPr>
        <p:txBody>
          <a:bodyPr/>
          <a:lstStyle>
            <a:lvl1pPr marL="0" indent="0" algn="l" defTabSz="457189" rtl="0" eaLnBrk="1" latinLnBrk="0" hangingPunct="1">
              <a:spcBef>
                <a:spcPct val="20000"/>
              </a:spcBef>
              <a:buClr>
                <a:schemeClr val="bg1">
                  <a:lumMod val="50000"/>
                </a:schemeClr>
              </a:buClr>
              <a:buFont typeface="Arial"/>
              <a:buNone/>
              <a:defRPr sz="1600" b="1" kern="1200">
                <a:solidFill>
                  <a:schemeClr val="tx1"/>
                </a:solidFill>
                <a:latin typeface="Calibri" panose="020F0502020204030204" pitchFamily="34" charset="0"/>
                <a:ea typeface="+mn-ea"/>
                <a:cs typeface="Calibri" panose="020F0502020204030204" pitchFamily="34" charset="0"/>
              </a:defRPr>
            </a:lvl1pPr>
            <a:lvl2pPr marL="461963" indent="-223838" algn="l" defTabSz="457189" rtl="0" eaLnBrk="1" latinLnBrk="0" hangingPunct="1">
              <a:spcBef>
                <a:spcPct val="20000"/>
              </a:spcBef>
              <a:buClr>
                <a:schemeClr val="bg1">
                  <a:lumMod val="50000"/>
                </a:schemeClr>
              </a:buClr>
              <a:buFont typeface="Arial" panose="020B0604020202020204" pitchFamily="34" charset="0"/>
              <a:buChar char="•"/>
              <a:tabLst/>
              <a:defRPr sz="1600" b="1" kern="1200">
                <a:solidFill>
                  <a:schemeClr val="tx1"/>
                </a:solidFill>
                <a:latin typeface="Calibri" panose="020F0502020204030204" pitchFamily="34" charset="0"/>
                <a:ea typeface="+mn-ea"/>
                <a:cs typeface="Calibri" panose="020F0502020204030204" pitchFamily="34" charset="0"/>
              </a:defRPr>
            </a:lvl2pPr>
            <a:lvl3pPr marL="917575" indent="-231775" algn="l" defTabSz="457189" rtl="0" eaLnBrk="1" latinLnBrk="0" hangingPunct="1">
              <a:spcBef>
                <a:spcPct val="20000"/>
              </a:spcBef>
              <a:buClr>
                <a:schemeClr val="bg1">
                  <a:lumMod val="50000"/>
                </a:schemeClr>
              </a:buClr>
              <a:buFont typeface="System Font Regular"/>
              <a:buChar char="–"/>
              <a:tabLst/>
              <a:defRPr sz="1600" b="1" kern="1200">
                <a:solidFill>
                  <a:schemeClr val="tx1"/>
                </a:solidFill>
                <a:latin typeface="Calibri" panose="020F0502020204030204" pitchFamily="34" charset="0"/>
                <a:ea typeface="+mn-ea"/>
                <a:cs typeface="Calibri" panose="020F0502020204030204" pitchFamily="34" charset="0"/>
              </a:defRPr>
            </a:lvl3pPr>
            <a:lvl4pPr marL="1373188" indent="-223838" algn="l" defTabSz="457189" rtl="0" eaLnBrk="1" latinLnBrk="0" hangingPunct="1">
              <a:spcBef>
                <a:spcPct val="20000"/>
              </a:spcBef>
              <a:buClr>
                <a:schemeClr val="bg1">
                  <a:lumMod val="50000"/>
                </a:schemeClr>
              </a:buClr>
              <a:buFont typeface="Arial" panose="020B0604020202020204" pitchFamily="34" charset="0"/>
              <a:buChar char="•"/>
              <a:tabLst/>
              <a:defRPr sz="1600" b="1" kern="1200">
                <a:solidFill>
                  <a:schemeClr val="tx1"/>
                </a:solidFill>
                <a:latin typeface="Calibri" panose="020F0502020204030204" pitchFamily="34" charset="0"/>
                <a:ea typeface="+mn-ea"/>
                <a:cs typeface="Calibri" panose="020F0502020204030204" pitchFamily="34" charset="0"/>
              </a:defRPr>
            </a:lvl4pPr>
            <a:lvl5pPr marL="1828800" indent="-254000" algn="l" defTabSz="457189" rtl="0" eaLnBrk="1" latinLnBrk="0" hangingPunct="1">
              <a:spcBef>
                <a:spcPct val="20000"/>
              </a:spcBef>
              <a:buClr>
                <a:schemeClr val="bg1">
                  <a:lumMod val="50000"/>
                </a:schemeClr>
              </a:buClr>
              <a:buFont typeface="System Font Regular"/>
              <a:buChar char="–"/>
              <a:tabLst/>
              <a:defRPr sz="1600" b="1" kern="1200">
                <a:solidFill>
                  <a:schemeClr val="tx1"/>
                </a:solidFill>
                <a:latin typeface="Calibri" panose="020F0502020204030204" pitchFamily="34" charset="0"/>
                <a:ea typeface="+mn-ea"/>
                <a:cs typeface="Calibri" panose="020F0502020204030204" pitchFamily="34" charset="0"/>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algn="l">
              <a:buFont typeface="Arial" panose="020B0604020202020204" pitchFamily="34" charset="0"/>
              <a:buChar char="•"/>
            </a:pPr>
            <a:r>
              <a:rPr lang="en-US" sz="1200" dirty="0"/>
              <a:t>Screening: traditional tool, AI tool</a:t>
            </a:r>
          </a:p>
          <a:p>
            <a:pPr marL="171450" indent="-171450" algn="l">
              <a:buFont typeface="Arial" panose="020B0604020202020204" pitchFamily="34" charset="0"/>
              <a:buChar char="•"/>
            </a:pPr>
            <a:r>
              <a:rPr lang="en-US" sz="1200" dirty="0"/>
              <a:t>Diagnosis: Cognition test, Lab test, Imaging</a:t>
            </a:r>
          </a:p>
          <a:p>
            <a:pPr marL="171450" indent="-171450" algn="l">
              <a:buFont typeface="Arial" panose="020B0604020202020204" pitchFamily="34" charset="0"/>
              <a:buChar char="•"/>
            </a:pPr>
            <a:r>
              <a:rPr lang="en-US" sz="1200" dirty="0"/>
              <a:t>Digital: Digital cognition tests </a:t>
            </a:r>
          </a:p>
          <a:p>
            <a:pPr marL="171450" indent="-171450" algn="l">
              <a:buFont typeface="Arial" panose="020B0604020202020204" pitchFamily="34" charset="0"/>
              <a:buChar char="•"/>
            </a:pPr>
            <a:endParaRPr lang="en-US" sz="1200" b="1" dirty="0"/>
          </a:p>
        </p:txBody>
      </p:sp>
      <p:pic>
        <p:nvPicPr>
          <p:cNvPr id="3074" name="Picture 2" descr="Operations &amp; Maintenance Manuals, BIM Accredited Delivery, Reality Capture">
            <a:extLst>
              <a:ext uri="{FF2B5EF4-FFF2-40B4-BE49-F238E27FC236}">
                <a16:creationId xmlns:a16="http://schemas.microsoft.com/office/drawing/2014/main" id="{9A6A96CA-89A4-EF43-23D4-F3116D3BC1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63727" y="5308599"/>
            <a:ext cx="780120" cy="31106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Cognivue">
            <a:extLst>
              <a:ext uri="{FF2B5EF4-FFF2-40B4-BE49-F238E27FC236}">
                <a16:creationId xmlns:a16="http://schemas.microsoft.com/office/drawing/2014/main" id="{B700C194-282D-177B-E61A-2AEE0884539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20139" y="5206271"/>
            <a:ext cx="790575" cy="515716"/>
          </a:xfrm>
          <a:prstGeom prst="rect">
            <a:avLst/>
          </a:prstGeom>
          <a:noFill/>
          <a:extLst>
            <a:ext uri="{909E8E84-426E-40DD-AFC4-6F175D3DCCD1}">
              <a14:hiddenFill xmlns:a14="http://schemas.microsoft.com/office/drawing/2010/main">
                <a:solidFill>
                  <a:srgbClr val="FFFFFF"/>
                </a:solidFill>
              </a14:hiddenFill>
            </a:ext>
          </a:extLst>
        </p:spPr>
      </p:pic>
      <p:cxnSp>
        <p:nvCxnSpPr>
          <p:cNvPr id="7" name="Connector: Elbow 46">
            <a:extLst>
              <a:ext uri="{FF2B5EF4-FFF2-40B4-BE49-F238E27FC236}">
                <a16:creationId xmlns:a16="http://schemas.microsoft.com/office/drawing/2014/main" id="{14F8422A-16F9-75E3-5E73-D2EA8AA3C09E}"/>
              </a:ext>
            </a:extLst>
          </p:cNvPr>
          <p:cNvCxnSpPr>
            <a:cxnSpLocks/>
          </p:cNvCxnSpPr>
          <p:nvPr/>
        </p:nvCxnSpPr>
        <p:spPr>
          <a:xfrm flipV="1">
            <a:off x="3962400" y="4017793"/>
            <a:ext cx="2266950" cy="9201"/>
          </a:xfrm>
          <a:prstGeom prst="bentConnector3">
            <a:avLst>
              <a:gd name="adj1" fmla="val 50000"/>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9167B303-37DC-9414-79A2-B53494599119}"/>
              </a:ext>
            </a:extLst>
          </p:cNvPr>
          <p:cNvSpPr txBox="1">
            <a:spLocks/>
          </p:cNvSpPr>
          <p:nvPr/>
        </p:nvSpPr>
        <p:spPr>
          <a:xfrm>
            <a:off x="6229350" y="3652811"/>
            <a:ext cx="3295650" cy="772061"/>
          </a:xfrm>
          <a:prstGeom prst="rect">
            <a:avLst/>
          </a:prstGeom>
          <a:ln w="28575">
            <a:solidFill>
              <a:schemeClr val="accent1"/>
            </a:solidFill>
          </a:ln>
        </p:spPr>
        <p:txBody>
          <a:bodyPr/>
          <a:lstStyle>
            <a:lvl1pPr marL="0" indent="0" algn="l" defTabSz="457189" rtl="0" eaLnBrk="1" latinLnBrk="0" hangingPunct="1">
              <a:spcBef>
                <a:spcPct val="20000"/>
              </a:spcBef>
              <a:buClr>
                <a:schemeClr val="bg1">
                  <a:lumMod val="50000"/>
                </a:schemeClr>
              </a:buClr>
              <a:buFont typeface="Arial"/>
              <a:buNone/>
              <a:defRPr sz="1600" b="1" kern="1200">
                <a:solidFill>
                  <a:schemeClr val="tx1"/>
                </a:solidFill>
                <a:latin typeface="Calibri" panose="020F0502020204030204" pitchFamily="34" charset="0"/>
                <a:ea typeface="+mn-ea"/>
                <a:cs typeface="Calibri" panose="020F0502020204030204" pitchFamily="34" charset="0"/>
              </a:defRPr>
            </a:lvl1pPr>
            <a:lvl2pPr marL="461963" indent="-223838" algn="l" defTabSz="457189" rtl="0" eaLnBrk="1" latinLnBrk="0" hangingPunct="1">
              <a:spcBef>
                <a:spcPct val="20000"/>
              </a:spcBef>
              <a:buClr>
                <a:schemeClr val="bg1">
                  <a:lumMod val="50000"/>
                </a:schemeClr>
              </a:buClr>
              <a:buFont typeface="Arial" panose="020B0604020202020204" pitchFamily="34" charset="0"/>
              <a:buChar char="•"/>
              <a:tabLst/>
              <a:defRPr sz="1600" b="1" kern="1200">
                <a:solidFill>
                  <a:schemeClr val="tx1"/>
                </a:solidFill>
                <a:latin typeface="Calibri" panose="020F0502020204030204" pitchFamily="34" charset="0"/>
                <a:ea typeface="+mn-ea"/>
                <a:cs typeface="Calibri" panose="020F0502020204030204" pitchFamily="34" charset="0"/>
              </a:defRPr>
            </a:lvl2pPr>
            <a:lvl3pPr marL="917575" indent="-231775" algn="l" defTabSz="457189" rtl="0" eaLnBrk="1" latinLnBrk="0" hangingPunct="1">
              <a:spcBef>
                <a:spcPct val="20000"/>
              </a:spcBef>
              <a:buClr>
                <a:schemeClr val="bg1">
                  <a:lumMod val="50000"/>
                </a:schemeClr>
              </a:buClr>
              <a:buFont typeface="System Font Regular"/>
              <a:buChar char="–"/>
              <a:tabLst/>
              <a:defRPr sz="1600" b="1" kern="1200">
                <a:solidFill>
                  <a:schemeClr val="tx1"/>
                </a:solidFill>
                <a:latin typeface="Calibri" panose="020F0502020204030204" pitchFamily="34" charset="0"/>
                <a:ea typeface="+mn-ea"/>
                <a:cs typeface="Calibri" panose="020F0502020204030204" pitchFamily="34" charset="0"/>
              </a:defRPr>
            </a:lvl3pPr>
            <a:lvl4pPr marL="1373188" indent="-223838" algn="l" defTabSz="457189" rtl="0" eaLnBrk="1" latinLnBrk="0" hangingPunct="1">
              <a:spcBef>
                <a:spcPct val="20000"/>
              </a:spcBef>
              <a:buClr>
                <a:schemeClr val="bg1">
                  <a:lumMod val="50000"/>
                </a:schemeClr>
              </a:buClr>
              <a:buFont typeface="Arial" panose="020B0604020202020204" pitchFamily="34" charset="0"/>
              <a:buChar char="•"/>
              <a:tabLst/>
              <a:defRPr sz="1600" b="1" kern="1200">
                <a:solidFill>
                  <a:schemeClr val="tx1"/>
                </a:solidFill>
                <a:latin typeface="Calibri" panose="020F0502020204030204" pitchFamily="34" charset="0"/>
                <a:ea typeface="+mn-ea"/>
                <a:cs typeface="Calibri" panose="020F0502020204030204" pitchFamily="34" charset="0"/>
              </a:defRPr>
            </a:lvl4pPr>
            <a:lvl5pPr marL="1828800" indent="-254000" algn="l" defTabSz="457189" rtl="0" eaLnBrk="1" latinLnBrk="0" hangingPunct="1">
              <a:spcBef>
                <a:spcPct val="20000"/>
              </a:spcBef>
              <a:buClr>
                <a:schemeClr val="bg1">
                  <a:lumMod val="50000"/>
                </a:schemeClr>
              </a:buClr>
              <a:buFont typeface="System Font Regular"/>
              <a:buChar char="–"/>
              <a:tabLst/>
              <a:defRPr sz="1600" b="1" kern="1200">
                <a:solidFill>
                  <a:schemeClr val="tx1"/>
                </a:solidFill>
                <a:latin typeface="Calibri" panose="020F0502020204030204" pitchFamily="34" charset="0"/>
                <a:ea typeface="+mn-ea"/>
                <a:cs typeface="Calibri" panose="020F0502020204030204" pitchFamily="34" charset="0"/>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algn="l">
              <a:buFont typeface="Arial" panose="020B0604020202020204" pitchFamily="34" charset="0"/>
              <a:buChar char="•"/>
            </a:pPr>
            <a:r>
              <a:rPr lang="en-US" sz="1200" dirty="0"/>
              <a:t>drug</a:t>
            </a:r>
            <a:endParaRPr lang="en-US" sz="1200" b="1" dirty="0"/>
          </a:p>
          <a:p>
            <a:pPr marL="171450" indent="-171450" algn="l">
              <a:buFont typeface="Arial" panose="020B0604020202020204" pitchFamily="34" charset="0"/>
              <a:buChar char="•"/>
            </a:pPr>
            <a:r>
              <a:rPr lang="en-US" sz="1200" dirty="0" err="1"/>
              <a:t>DTx</a:t>
            </a:r>
            <a:r>
              <a:rPr lang="en-US" sz="1200" dirty="0"/>
              <a:t> (VR, conversation, music) </a:t>
            </a:r>
          </a:p>
          <a:p>
            <a:pPr marL="171450" indent="-171450" algn="l">
              <a:buFont typeface="Arial" panose="020B0604020202020204" pitchFamily="34" charset="0"/>
              <a:buChar char="•"/>
            </a:pPr>
            <a:r>
              <a:rPr lang="en-US" sz="1200" b="1" dirty="0"/>
              <a:t>Devices</a:t>
            </a:r>
          </a:p>
        </p:txBody>
      </p:sp>
      <p:pic>
        <p:nvPicPr>
          <p:cNvPr id="9" name="Picture 2" descr="Brain+ Better Brain, Better Life">
            <a:extLst>
              <a:ext uri="{FF2B5EF4-FFF2-40B4-BE49-F238E27FC236}">
                <a16:creationId xmlns:a16="http://schemas.microsoft.com/office/drawing/2014/main" id="{81431A68-5981-2786-A871-D24CBFC031C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63727" y="3855396"/>
            <a:ext cx="548212" cy="254944"/>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59F15BD9-B17F-2DEE-D07A-CB21A821C17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150666" y="3679825"/>
            <a:ext cx="635000" cy="635000"/>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2">
            <a:extLst>
              <a:ext uri="{FF2B5EF4-FFF2-40B4-BE49-F238E27FC236}">
                <a16:creationId xmlns:a16="http://schemas.microsoft.com/office/drawing/2014/main" id="{B76BD6A1-246E-4964-AA4E-E29A414770FD}"/>
              </a:ext>
            </a:extLst>
          </p:cNvPr>
          <p:cNvSpPr txBox="1">
            <a:spLocks/>
          </p:cNvSpPr>
          <p:nvPr/>
        </p:nvSpPr>
        <p:spPr>
          <a:xfrm>
            <a:off x="6229350" y="2147832"/>
            <a:ext cx="3295650" cy="1111340"/>
          </a:xfrm>
          <a:prstGeom prst="rect">
            <a:avLst/>
          </a:prstGeom>
          <a:ln w="28575">
            <a:solidFill>
              <a:schemeClr val="accent1"/>
            </a:solidFill>
          </a:ln>
        </p:spPr>
        <p:txBody>
          <a:bodyPr/>
          <a:lstStyle>
            <a:lvl1pPr marL="0" indent="0" algn="l" defTabSz="457189" rtl="0" eaLnBrk="1" latinLnBrk="0" hangingPunct="1">
              <a:spcBef>
                <a:spcPct val="20000"/>
              </a:spcBef>
              <a:buClr>
                <a:schemeClr val="bg1">
                  <a:lumMod val="50000"/>
                </a:schemeClr>
              </a:buClr>
              <a:buFont typeface="Arial"/>
              <a:buNone/>
              <a:defRPr sz="1600" b="1" kern="1200">
                <a:solidFill>
                  <a:schemeClr val="tx1"/>
                </a:solidFill>
                <a:latin typeface="Calibri" panose="020F0502020204030204" pitchFamily="34" charset="0"/>
                <a:ea typeface="+mn-ea"/>
                <a:cs typeface="Calibri" panose="020F0502020204030204" pitchFamily="34" charset="0"/>
              </a:defRPr>
            </a:lvl1pPr>
            <a:lvl2pPr marL="461963" indent="-223838" algn="l" defTabSz="457189" rtl="0" eaLnBrk="1" latinLnBrk="0" hangingPunct="1">
              <a:spcBef>
                <a:spcPct val="20000"/>
              </a:spcBef>
              <a:buClr>
                <a:schemeClr val="bg1">
                  <a:lumMod val="50000"/>
                </a:schemeClr>
              </a:buClr>
              <a:buFont typeface="Arial" panose="020B0604020202020204" pitchFamily="34" charset="0"/>
              <a:buChar char="•"/>
              <a:tabLst/>
              <a:defRPr sz="1600" b="1" kern="1200">
                <a:solidFill>
                  <a:schemeClr val="tx1"/>
                </a:solidFill>
                <a:latin typeface="Calibri" panose="020F0502020204030204" pitchFamily="34" charset="0"/>
                <a:ea typeface="+mn-ea"/>
                <a:cs typeface="Calibri" panose="020F0502020204030204" pitchFamily="34" charset="0"/>
              </a:defRPr>
            </a:lvl2pPr>
            <a:lvl3pPr marL="917575" indent="-231775" algn="l" defTabSz="457189" rtl="0" eaLnBrk="1" latinLnBrk="0" hangingPunct="1">
              <a:spcBef>
                <a:spcPct val="20000"/>
              </a:spcBef>
              <a:buClr>
                <a:schemeClr val="bg1">
                  <a:lumMod val="50000"/>
                </a:schemeClr>
              </a:buClr>
              <a:buFont typeface="System Font Regular"/>
              <a:buChar char="–"/>
              <a:tabLst/>
              <a:defRPr sz="1600" b="1" kern="1200">
                <a:solidFill>
                  <a:schemeClr val="tx1"/>
                </a:solidFill>
                <a:latin typeface="Calibri" panose="020F0502020204030204" pitchFamily="34" charset="0"/>
                <a:ea typeface="+mn-ea"/>
                <a:cs typeface="Calibri" panose="020F0502020204030204" pitchFamily="34" charset="0"/>
              </a:defRPr>
            </a:lvl3pPr>
            <a:lvl4pPr marL="1373188" indent="-223838" algn="l" defTabSz="457189" rtl="0" eaLnBrk="1" latinLnBrk="0" hangingPunct="1">
              <a:spcBef>
                <a:spcPct val="20000"/>
              </a:spcBef>
              <a:buClr>
                <a:schemeClr val="bg1">
                  <a:lumMod val="50000"/>
                </a:schemeClr>
              </a:buClr>
              <a:buFont typeface="Arial" panose="020B0604020202020204" pitchFamily="34" charset="0"/>
              <a:buChar char="•"/>
              <a:tabLst/>
              <a:defRPr sz="1600" b="1" kern="1200">
                <a:solidFill>
                  <a:schemeClr val="tx1"/>
                </a:solidFill>
                <a:latin typeface="Calibri" panose="020F0502020204030204" pitchFamily="34" charset="0"/>
                <a:ea typeface="+mn-ea"/>
                <a:cs typeface="Calibri" panose="020F0502020204030204" pitchFamily="34" charset="0"/>
              </a:defRPr>
            </a:lvl4pPr>
            <a:lvl5pPr marL="1828800" indent="-254000" algn="l" defTabSz="457189" rtl="0" eaLnBrk="1" latinLnBrk="0" hangingPunct="1">
              <a:spcBef>
                <a:spcPct val="20000"/>
              </a:spcBef>
              <a:buClr>
                <a:schemeClr val="bg1">
                  <a:lumMod val="50000"/>
                </a:schemeClr>
              </a:buClr>
              <a:buFont typeface="System Font Regular"/>
              <a:buChar char="–"/>
              <a:tabLst/>
              <a:defRPr sz="1600" b="1" kern="1200">
                <a:solidFill>
                  <a:schemeClr val="tx1"/>
                </a:solidFill>
                <a:latin typeface="Calibri" panose="020F0502020204030204" pitchFamily="34" charset="0"/>
                <a:ea typeface="+mn-ea"/>
                <a:cs typeface="Calibri" panose="020F0502020204030204" pitchFamily="34" charset="0"/>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algn="l">
              <a:buFont typeface="Arial" panose="020B0604020202020204" pitchFamily="34" charset="0"/>
              <a:buChar char="•"/>
            </a:pPr>
            <a:r>
              <a:rPr lang="en-US" sz="1200" b="1" dirty="0"/>
              <a:t>Long-term care facilities</a:t>
            </a:r>
          </a:p>
          <a:p>
            <a:pPr marL="171450" indent="-171450" algn="l">
              <a:buFont typeface="Arial" panose="020B0604020202020204" pitchFamily="34" charset="0"/>
              <a:buChar char="•"/>
            </a:pPr>
            <a:r>
              <a:rPr lang="en-US" sz="1200" dirty="0"/>
              <a:t>Assisted living devices</a:t>
            </a:r>
          </a:p>
          <a:p>
            <a:pPr marL="171450" indent="-171450" algn="l">
              <a:buFont typeface="Arial" panose="020B0604020202020204" pitchFamily="34" charset="0"/>
              <a:buChar char="•"/>
            </a:pPr>
            <a:r>
              <a:rPr lang="en-US" sz="1200" b="1" dirty="0"/>
              <a:t>Home health care service</a:t>
            </a:r>
          </a:p>
          <a:p>
            <a:pPr marL="171450" indent="-171450" algn="l">
              <a:buFont typeface="Arial" panose="020B0604020202020204" pitchFamily="34" charset="0"/>
              <a:buChar char="•"/>
            </a:pPr>
            <a:r>
              <a:rPr lang="en-US" sz="1200" dirty="0"/>
              <a:t>IoT devices</a:t>
            </a:r>
          </a:p>
          <a:p>
            <a:pPr marL="171450" indent="-171450" algn="l">
              <a:buFont typeface="Arial" panose="020B0604020202020204" pitchFamily="34" charset="0"/>
              <a:buChar char="•"/>
            </a:pPr>
            <a:r>
              <a:rPr lang="en-US" sz="1200" b="1" dirty="0"/>
              <a:t>Patient and family education</a:t>
            </a:r>
          </a:p>
        </p:txBody>
      </p:sp>
      <p:cxnSp>
        <p:nvCxnSpPr>
          <p:cNvPr id="11" name="Connector: Elbow 46">
            <a:extLst>
              <a:ext uri="{FF2B5EF4-FFF2-40B4-BE49-F238E27FC236}">
                <a16:creationId xmlns:a16="http://schemas.microsoft.com/office/drawing/2014/main" id="{43710996-C778-D195-1194-E90866C87AF0}"/>
              </a:ext>
            </a:extLst>
          </p:cNvPr>
          <p:cNvCxnSpPr>
            <a:cxnSpLocks/>
          </p:cNvCxnSpPr>
          <p:nvPr/>
        </p:nvCxnSpPr>
        <p:spPr>
          <a:xfrm flipV="1">
            <a:off x="4362450" y="2703502"/>
            <a:ext cx="1866900" cy="9366"/>
          </a:xfrm>
          <a:prstGeom prst="bentConnector3">
            <a:avLst>
              <a:gd name="adj1" fmla="val 50000"/>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5123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00149" y="618172"/>
            <a:ext cx="9039003" cy="443198"/>
          </a:xfrm>
        </p:spPr>
        <p:txBody>
          <a:bodyPr/>
          <a:lstStyle/>
          <a:p>
            <a:r>
              <a:rPr kumimoji="1" lang="en-US" altLang="zh-CN" b="1" dirty="0">
                <a:solidFill>
                  <a:srgbClr val="2E2C2C"/>
                </a:solidFill>
                <a:latin typeface="STKaiti" panose="02010600040101010101" pitchFamily="2" charset="-122"/>
                <a:ea typeface="STKaiti" panose="02010600040101010101" pitchFamily="2" charset="-122"/>
                <a:cs typeface="Noto Sans S Chinese Bold" charset="-122"/>
              </a:rPr>
              <a:t>AD</a:t>
            </a:r>
            <a:r>
              <a:rPr kumimoji="1" lang="zh-CN" altLang="en-US" b="1" dirty="0">
                <a:solidFill>
                  <a:srgbClr val="2E2C2C"/>
                </a:solidFill>
                <a:latin typeface="STKaiti" panose="02010600040101010101" pitchFamily="2" charset="-122"/>
                <a:ea typeface="STKaiti" panose="02010600040101010101" pitchFamily="2" charset="-122"/>
                <a:cs typeface="Noto Sans S Chinese Bold" charset="-122"/>
              </a:rPr>
              <a:t>发病机制主要假说</a:t>
            </a:r>
            <a:endParaRPr kumimoji="1" lang="zh-CN" altLang="en-US" sz="2800" b="1" dirty="0">
              <a:latin typeface="STKaiti" panose="02010600040101010101" pitchFamily="2" charset="-122"/>
              <a:ea typeface="STKaiti" panose="02010600040101010101" pitchFamily="2" charset="-122"/>
              <a:cs typeface="Noto Sans S Chinese Regular" charset="-122"/>
            </a:endParaRPr>
          </a:p>
        </p:txBody>
      </p:sp>
      <p:pic>
        <p:nvPicPr>
          <p:cNvPr id="25" name="Graphic 10">
            <a:extLst>
              <a:ext uri="{FF2B5EF4-FFF2-40B4-BE49-F238E27FC236}">
                <a16:creationId xmlns:a16="http://schemas.microsoft.com/office/drawing/2014/main" id="{CCF3B9A0-F1C2-9E47-BF4F-D73FF3FECD4C}"/>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726831" y="6228013"/>
            <a:ext cx="990038" cy="256676"/>
          </a:xfrm>
          <a:prstGeom prst="rect">
            <a:avLst/>
          </a:prstGeom>
        </p:spPr>
      </p:pic>
      <p:pic>
        <p:nvPicPr>
          <p:cNvPr id="5" name="图片 4" descr="表格&#10;&#10;描述已自动生成">
            <a:extLst>
              <a:ext uri="{FF2B5EF4-FFF2-40B4-BE49-F238E27FC236}">
                <a16:creationId xmlns:a16="http://schemas.microsoft.com/office/drawing/2014/main" id="{04AB1D58-AFCF-EF4A-91F0-671F5A2599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5123" y="1616926"/>
            <a:ext cx="10728804" cy="4106443"/>
          </a:xfrm>
          <a:prstGeom prst="rect">
            <a:avLst/>
          </a:prstGeom>
        </p:spPr>
      </p:pic>
    </p:spTree>
    <p:extLst>
      <p:ext uri="{BB962C8B-B14F-4D97-AF65-F5344CB8AC3E}">
        <p14:creationId xmlns:p14="http://schemas.microsoft.com/office/powerpoint/2010/main" val="203580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00149" y="618172"/>
            <a:ext cx="9039003" cy="443198"/>
          </a:xfrm>
        </p:spPr>
        <p:txBody>
          <a:bodyPr/>
          <a:lstStyle/>
          <a:p>
            <a:r>
              <a:rPr kumimoji="1" lang="zh-CN" altLang="en-US" b="1" dirty="0">
                <a:solidFill>
                  <a:srgbClr val="2E2C2C"/>
                </a:solidFill>
                <a:latin typeface="STKaiti" panose="02010600040101010101" pitchFamily="2" charset="-122"/>
                <a:ea typeface="STKaiti" panose="02010600040101010101" pitchFamily="2" charset="-122"/>
                <a:cs typeface="Noto Sans S Chinese Bold" charset="-122"/>
              </a:rPr>
              <a:t>中国</a:t>
            </a:r>
            <a:r>
              <a:rPr kumimoji="1" lang="en-US" altLang="zh-CN" b="1" dirty="0">
                <a:solidFill>
                  <a:srgbClr val="2E2C2C"/>
                </a:solidFill>
                <a:latin typeface="STKaiti" panose="02010600040101010101" pitchFamily="2" charset="-122"/>
                <a:ea typeface="STKaiti" panose="02010600040101010101" pitchFamily="2" charset="-122"/>
                <a:cs typeface="Noto Sans S Chinese Bold" charset="-122"/>
              </a:rPr>
              <a:t>AD</a:t>
            </a:r>
            <a:r>
              <a:rPr kumimoji="1" lang="zh-CN" altLang="en-US" b="1" dirty="0">
                <a:solidFill>
                  <a:srgbClr val="2E2C2C"/>
                </a:solidFill>
                <a:latin typeface="STKaiti" panose="02010600040101010101" pitchFamily="2" charset="-122"/>
                <a:ea typeface="STKaiti" panose="02010600040101010101" pitchFamily="2" charset="-122"/>
                <a:cs typeface="Noto Sans S Chinese Bold" charset="-122"/>
              </a:rPr>
              <a:t>患病率呈明显上升趋势</a:t>
            </a:r>
            <a:endParaRPr kumimoji="1" lang="zh-CN" altLang="en-US" sz="2800" b="1" dirty="0">
              <a:latin typeface="STKaiti" panose="02010600040101010101" pitchFamily="2" charset="-122"/>
              <a:ea typeface="STKaiti" panose="02010600040101010101" pitchFamily="2" charset="-122"/>
              <a:cs typeface="Noto Sans S Chinese Regular" charset="-122"/>
            </a:endParaRPr>
          </a:p>
        </p:txBody>
      </p:sp>
      <p:pic>
        <p:nvPicPr>
          <p:cNvPr id="25" name="Graphic 10">
            <a:extLst>
              <a:ext uri="{FF2B5EF4-FFF2-40B4-BE49-F238E27FC236}">
                <a16:creationId xmlns:a16="http://schemas.microsoft.com/office/drawing/2014/main" id="{CCF3B9A0-F1C2-9E47-BF4F-D73FF3FECD4C}"/>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726831" y="6228013"/>
            <a:ext cx="990038" cy="256676"/>
          </a:xfrm>
          <a:prstGeom prst="rect">
            <a:avLst/>
          </a:prstGeom>
        </p:spPr>
      </p:pic>
      <p:pic>
        <p:nvPicPr>
          <p:cNvPr id="4" name="图片 3" descr="图表&#10;&#10;中度可信度描述已自动生成">
            <a:extLst>
              <a:ext uri="{FF2B5EF4-FFF2-40B4-BE49-F238E27FC236}">
                <a16:creationId xmlns:a16="http://schemas.microsoft.com/office/drawing/2014/main" id="{6077958F-C1E0-004C-A22C-2408064C21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9084" y="1262390"/>
            <a:ext cx="10459220" cy="4736966"/>
          </a:xfrm>
          <a:prstGeom prst="rect">
            <a:avLst/>
          </a:prstGeom>
        </p:spPr>
      </p:pic>
    </p:spTree>
    <p:extLst>
      <p:ext uri="{BB962C8B-B14F-4D97-AF65-F5344CB8AC3E}">
        <p14:creationId xmlns:p14="http://schemas.microsoft.com/office/powerpoint/2010/main" val="523938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
            <a:extLst>
              <a:ext uri="{FF2B5EF4-FFF2-40B4-BE49-F238E27FC236}">
                <a16:creationId xmlns:a16="http://schemas.microsoft.com/office/drawing/2014/main" id="{7F2315ED-792A-89AF-6BE4-35583D11289A}"/>
              </a:ext>
            </a:extLst>
          </p:cNvPr>
          <p:cNvSpPr txBox="1">
            <a:spLocks/>
          </p:cNvSpPr>
          <p:nvPr/>
        </p:nvSpPr>
        <p:spPr>
          <a:xfrm>
            <a:off x="1000125" y="1615831"/>
            <a:ext cx="5328920" cy="4495800"/>
          </a:xfrm>
          <a:prstGeom prst="rect">
            <a:avLst/>
          </a:prstGeom>
          <a:solidFill>
            <a:schemeClr val="bg1"/>
          </a:solidFill>
          <a:ln w="28575">
            <a:solidFill>
              <a:schemeClr val="accent1"/>
            </a:solidFill>
          </a:ln>
        </p:spPr>
        <p:txBody>
          <a:bodyPr/>
          <a:lstStyle>
            <a:lvl1pPr marL="0" indent="0" algn="l" defTabSz="457189" rtl="0" eaLnBrk="1" latinLnBrk="0" hangingPunct="1">
              <a:spcBef>
                <a:spcPct val="20000"/>
              </a:spcBef>
              <a:buClr>
                <a:schemeClr val="bg1">
                  <a:lumMod val="50000"/>
                </a:schemeClr>
              </a:buClr>
              <a:buFont typeface="Arial"/>
              <a:buNone/>
              <a:defRPr sz="1600" b="1" kern="1200">
                <a:solidFill>
                  <a:schemeClr val="tx1"/>
                </a:solidFill>
                <a:latin typeface="Calibri" panose="020F0502020204030204" pitchFamily="34" charset="0"/>
                <a:ea typeface="+mn-ea"/>
                <a:cs typeface="Calibri" panose="020F0502020204030204" pitchFamily="34" charset="0"/>
              </a:defRPr>
            </a:lvl1pPr>
            <a:lvl2pPr marL="461963" indent="-223838" algn="l" defTabSz="457189" rtl="0" eaLnBrk="1" latinLnBrk="0" hangingPunct="1">
              <a:spcBef>
                <a:spcPct val="20000"/>
              </a:spcBef>
              <a:buClr>
                <a:schemeClr val="bg1">
                  <a:lumMod val="50000"/>
                </a:schemeClr>
              </a:buClr>
              <a:buFont typeface="Arial" panose="020B0604020202020204" pitchFamily="34" charset="0"/>
              <a:buChar char="•"/>
              <a:tabLst/>
              <a:defRPr sz="1600" b="1" kern="1200">
                <a:solidFill>
                  <a:schemeClr val="tx1"/>
                </a:solidFill>
                <a:latin typeface="Calibri" panose="020F0502020204030204" pitchFamily="34" charset="0"/>
                <a:ea typeface="+mn-ea"/>
                <a:cs typeface="Calibri" panose="020F0502020204030204" pitchFamily="34" charset="0"/>
              </a:defRPr>
            </a:lvl2pPr>
            <a:lvl3pPr marL="917575" indent="-231775" algn="l" defTabSz="457189" rtl="0" eaLnBrk="1" latinLnBrk="0" hangingPunct="1">
              <a:spcBef>
                <a:spcPct val="20000"/>
              </a:spcBef>
              <a:buClr>
                <a:schemeClr val="bg1">
                  <a:lumMod val="50000"/>
                </a:schemeClr>
              </a:buClr>
              <a:buFont typeface="System Font Regular"/>
              <a:buChar char="–"/>
              <a:tabLst/>
              <a:defRPr sz="1600" b="1" kern="1200">
                <a:solidFill>
                  <a:schemeClr val="tx1"/>
                </a:solidFill>
                <a:latin typeface="Calibri" panose="020F0502020204030204" pitchFamily="34" charset="0"/>
                <a:ea typeface="+mn-ea"/>
                <a:cs typeface="Calibri" panose="020F0502020204030204" pitchFamily="34" charset="0"/>
              </a:defRPr>
            </a:lvl3pPr>
            <a:lvl4pPr marL="1373188" indent="-223838" algn="l" defTabSz="457189" rtl="0" eaLnBrk="1" latinLnBrk="0" hangingPunct="1">
              <a:spcBef>
                <a:spcPct val="20000"/>
              </a:spcBef>
              <a:buClr>
                <a:schemeClr val="bg1">
                  <a:lumMod val="50000"/>
                </a:schemeClr>
              </a:buClr>
              <a:buFont typeface="Arial" panose="020B0604020202020204" pitchFamily="34" charset="0"/>
              <a:buChar char="•"/>
              <a:tabLst/>
              <a:defRPr sz="1600" b="1" kern="1200">
                <a:solidFill>
                  <a:schemeClr val="tx1"/>
                </a:solidFill>
                <a:latin typeface="Calibri" panose="020F0502020204030204" pitchFamily="34" charset="0"/>
                <a:ea typeface="+mn-ea"/>
                <a:cs typeface="Calibri" panose="020F0502020204030204" pitchFamily="34" charset="0"/>
              </a:defRPr>
            </a:lvl4pPr>
            <a:lvl5pPr marL="1828800" indent="-254000" algn="l" defTabSz="457189" rtl="0" eaLnBrk="1" latinLnBrk="0" hangingPunct="1">
              <a:spcBef>
                <a:spcPct val="20000"/>
              </a:spcBef>
              <a:buClr>
                <a:schemeClr val="bg1">
                  <a:lumMod val="50000"/>
                </a:schemeClr>
              </a:buClr>
              <a:buFont typeface="System Font Regular"/>
              <a:buChar char="–"/>
              <a:tabLst/>
              <a:defRPr sz="1600" b="1" kern="1200">
                <a:solidFill>
                  <a:schemeClr val="tx1"/>
                </a:solidFill>
                <a:latin typeface="Calibri" panose="020F0502020204030204" pitchFamily="34" charset="0"/>
                <a:ea typeface="+mn-ea"/>
                <a:cs typeface="Calibri" panose="020F0502020204030204" pitchFamily="34" charset="0"/>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600"/>
              </a:spcBef>
            </a:pPr>
            <a:r>
              <a:rPr lang="en-US" sz="1200">
                <a:latin typeface="+mj-lt"/>
              </a:rPr>
              <a:t> </a:t>
            </a:r>
          </a:p>
        </p:txBody>
      </p:sp>
      <p:sp>
        <p:nvSpPr>
          <p:cNvPr id="5" name="Rectangle 4">
            <a:extLst>
              <a:ext uri="{FF2B5EF4-FFF2-40B4-BE49-F238E27FC236}">
                <a16:creationId xmlns:a16="http://schemas.microsoft.com/office/drawing/2014/main" id="{9061A184-CEDC-4ADA-2D03-0371FDB484E9}"/>
              </a:ext>
            </a:extLst>
          </p:cNvPr>
          <p:cNvSpPr/>
          <p:nvPr/>
        </p:nvSpPr>
        <p:spPr>
          <a:xfrm>
            <a:off x="2828783" y="1476335"/>
            <a:ext cx="1395833" cy="263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chemeClr val="tx1"/>
                </a:solidFill>
              </a:rPr>
              <a:t>治疗流程</a:t>
            </a:r>
            <a:endParaRPr lang="en-US" sz="1400" b="1" dirty="0">
              <a:solidFill>
                <a:schemeClr val="tx1"/>
              </a:solidFill>
            </a:endParaRPr>
          </a:p>
        </p:txBody>
      </p:sp>
      <p:sp>
        <p:nvSpPr>
          <p:cNvPr id="6" name="Rectangle 5">
            <a:extLst>
              <a:ext uri="{FF2B5EF4-FFF2-40B4-BE49-F238E27FC236}">
                <a16:creationId xmlns:a16="http://schemas.microsoft.com/office/drawing/2014/main" id="{616A1F77-C97F-3AF5-914A-CDF23AB05055}"/>
              </a:ext>
            </a:extLst>
          </p:cNvPr>
          <p:cNvSpPr/>
          <p:nvPr/>
        </p:nvSpPr>
        <p:spPr>
          <a:xfrm>
            <a:off x="1256759" y="2935064"/>
            <a:ext cx="4844471" cy="897791"/>
          </a:xfrm>
          <a:prstGeom prst="rect">
            <a:avLst/>
          </a:prstGeom>
          <a:solidFill>
            <a:schemeClr val="bg1">
              <a:lumMod val="95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3">
              <a:solidFill>
                <a:schemeClr val="accent1">
                  <a:lumMod val="60000"/>
                  <a:lumOff val="40000"/>
                </a:schemeClr>
              </a:solidFill>
              <a:latin typeface="+mj-lt"/>
            </a:endParaRPr>
          </a:p>
        </p:txBody>
      </p:sp>
      <p:sp>
        <p:nvSpPr>
          <p:cNvPr id="7" name="Rectangle 6">
            <a:extLst>
              <a:ext uri="{FF2B5EF4-FFF2-40B4-BE49-F238E27FC236}">
                <a16:creationId xmlns:a16="http://schemas.microsoft.com/office/drawing/2014/main" id="{17496B4F-D365-C8E8-39F1-7B5BCDBFA2AA}"/>
              </a:ext>
            </a:extLst>
          </p:cNvPr>
          <p:cNvSpPr/>
          <p:nvPr/>
        </p:nvSpPr>
        <p:spPr>
          <a:xfrm>
            <a:off x="1256759" y="1905578"/>
            <a:ext cx="4844471" cy="898153"/>
          </a:xfrm>
          <a:prstGeom prst="rect">
            <a:avLst/>
          </a:prstGeom>
          <a:solidFill>
            <a:schemeClr val="bg1">
              <a:lumMod val="95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3">
              <a:latin typeface="+mj-lt"/>
            </a:endParaRPr>
          </a:p>
        </p:txBody>
      </p:sp>
      <p:sp>
        <p:nvSpPr>
          <p:cNvPr id="8" name="TextBox 7">
            <a:extLst>
              <a:ext uri="{FF2B5EF4-FFF2-40B4-BE49-F238E27FC236}">
                <a16:creationId xmlns:a16="http://schemas.microsoft.com/office/drawing/2014/main" id="{6A15642A-61B8-B753-BAD9-7619AE472224}"/>
              </a:ext>
            </a:extLst>
          </p:cNvPr>
          <p:cNvSpPr txBox="1"/>
          <p:nvPr/>
        </p:nvSpPr>
        <p:spPr>
          <a:xfrm rot="16200000">
            <a:off x="919144" y="2220048"/>
            <a:ext cx="898151" cy="278987"/>
          </a:xfrm>
          <a:prstGeom prst="rect">
            <a:avLst/>
          </a:prstGeom>
          <a:noFill/>
        </p:spPr>
        <p:txBody>
          <a:bodyPr wrap="square" rtlCol="0">
            <a:spAutoFit/>
          </a:bodyPr>
          <a:lstStyle/>
          <a:p>
            <a:pPr algn="ctr"/>
            <a:r>
              <a:rPr lang="en-US" sz="1213" b="1" dirty="0" err="1">
                <a:solidFill>
                  <a:schemeClr val="accent1">
                    <a:lumMod val="75000"/>
                  </a:schemeClr>
                </a:solidFill>
                <a:latin typeface="+mj-lt"/>
              </a:rPr>
              <a:t>诊断</a:t>
            </a:r>
            <a:endParaRPr lang="en-US" sz="1213" b="1" dirty="0">
              <a:solidFill>
                <a:schemeClr val="accent1">
                  <a:lumMod val="75000"/>
                </a:schemeClr>
              </a:solidFill>
              <a:latin typeface="+mj-lt"/>
            </a:endParaRPr>
          </a:p>
        </p:txBody>
      </p:sp>
      <p:sp>
        <p:nvSpPr>
          <p:cNvPr id="10" name="TextBox 9">
            <a:extLst>
              <a:ext uri="{FF2B5EF4-FFF2-40B4-BE49-F238E27FC236}">
                <a16:creationId xmlns:a16="http://schemas.microsoft.com/office/drawing/2014/main" id="{BD015661-B5F8-4721-EA8A-5B51FDEBF827}"/>
              </a:ext>
            </a:extLst>
          </p:cNvPr>
          <p:cNvSpPr txBox="1"/>
          <p:nvPr/>
        </p:nvSpPr>
        <p:spPr>
          <a:xfrm rot="16200000">
            <a:off x="919325" y="3244467"/>
            <a:ext cx="897791" cy="278987"/>
          </a:xfrm>
          <a:prstGeom prst="rect">
            <a:avLst/>
          </a:prstGeom>
          <a:noFill/>
        </p:spPr>
        <p:txBody>
          <a:bodyPr wrap="square" rtlCol="0">
            <a:spAutoFit/>
          </a:bodyPr>
          <a:lstStyle/>
          <a:p>
            <a:pPr algn="ctr"/>
            <a:r>
              <a:rPr lang="en-US" sz="1213" b="1" dirty="0">
                <a:solidFill>
                  <a:schemeClr val="accent1">
                    <a:lumMod val="75000"/>
                  </a:schemeClr>
                </a:solidFill>
                <a:latin typeface="+mj-lt"/>
              </a:rPr>
              <a:t>1</a:t>
            </a:r>
            <a:r>
              <a:rPr lang="en-US" sz="1213" b="1" baseline="30000" dirty="0">
                <a:solidFill>
                  <a:schemeClr val="accent1">
                    <a:lumMod val="75000"/>
                  </a:schemeClr>
                </a:solidFill>
                <a:latin typeface="+mj-lt"/>
              </a:rPr>
              <a:t>st</a:t>
            </a:r>
            <a:r>
              <a:rPr lang="en-US" sz="1213" b="1" dirty="0">
                <a:solidFill>
                  <a:schemeClr val="accent1">
                    <a:lumMod val="75000"/>
                  </a:schemeClr>
                </a:solidFill>
                <a:latin typeface="+mj-lt"/>
              </a:rPr>
              <a:t> Line</a:t>
            </a:r>
          </a:p>
        </p:txBody>
      </p:sp>
      <p:sp>
        <p:nvSpPr>
          <p:cNvPr id="11" name="Rectangle 10">
            <a:extLst>
              <a:ext uri="{FF2B5EF4-FFF2-40B4-BE49-F238E27FC236}">
                <a16:creationId xmlns:a16="http://schemas.microsoft.com/office/drawing/2014/main" id="{89E40FE7-F7A1-F5CE-2828-42E050BDBCB0}"/>
              </a:ext>
            </a:extLst>
          </p:cNvPr>
          <p:cNvSpPr/>
          <p:nvPr/>
        </p:nvSpPr>
        <p:spPr>
          <a:xfrm>
            <a:off x="1251234" y="3964189"/>
            <a:ext cx="4844471" cy="897791"/>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3">
              <a:latin typeface="+mj-lt"/>
            </a:endParaRPr>
          </a:p>
        </p:txBody>
      </p:sp>
      <p:sp>
        <p:nvSpPr>
          <p:cNvPr id="12" name="TextBox 11">
            <a:extLst>
              <a:ext uri="{FF2B5EF4-FFF2-40B4-BE49-F238E27FC236}">
                <a16:creationId xmlns:a16="http://schemas.microsoft.com/office/drawing/2014/main" id="{B44CB4C7-CA13-6EF6-E13E-5FFA5E290010}"/>
              </a:ext>
            </a:extLst>
          </p:cNvPr>
          <p:cNvSpPr txBox="1"/>
          <p:nvPr/>
        </p:nvSpPr>
        <p:spPr>
          <a:xfrm rot="16200000">
            <a:off x="919325" y="4257432"/>
            <a:ext cx="897791" cy="278987"/>
          </a:xfrm>
          <a:prstGeom prst="rect">
            <a:avLst/>
          </a:prstGeom>
          <a:noFill/>
        </p:spPr>
        <p:txBody>
          <a:bodyPr wrap="square" rtlCol="0">
            <a:spAutoFit/>
          </a:bodyPr>
          <a:lstStyle/>
          <a:p>
            <a:pPr algn="ctr"/>
            <a:r>
              <a:rPr lang="en-US" sz="1213" b="1" dirty="0">
                <a:solidFill>
                  <a:schemeClr val="accent2">
                    <a:lumMod val="75000"/>
                  </a:schemeClr>
                </a:solidFill>
                <a:latin typeface="+mj-lt"/>
              </a:rPr>
              <a:t>2</a:t>
            </a:r>
            <a:r>
              <a:rPr lang="en-US" sz="1213" b="1" baseline="30000" dirty="0">
                <a:solidFill>
                  <a:schemeClr val="accent2">
                    <a:lumMod val="75000"/>
                  </a:schemeClr>
                </a:solidFill>
                <a:latin typeface="+mj-lt"/>
              </a:rPr>
              <a:t>nd</a:t>
            </a:r>
            <a:r>
              <a:rPr lang="en-US" sz="1213" b="1" dirty="0">
                <a:solidFill>
                  <a:schemeClr val="accent2">
                    <a:lumMod val="75000"/>
                  </a:schemeClr>
                </a:solidFill>
                <a:latin typeface="+mj-lt"/>
              </a:rPr>
              <a:t> Line</a:t>
            </a:r>
          </a:p>
        </p:txBody>
      </p:sp>
      <p:sp>
        <p:nvSpPr>
          <p:cNvPr id="13" name="Rectangle 12">
            <a:extLst>
              <a:ext uri="{FF2B5EF4-FFF2-40B4-BE49-F238E27FC236}">
                <a16:creationId xmlns:a16="http://schemas.microsoft.com/office/drawing/2014/main" id="{C96EE061-0B61-E904-882E-598C0D88EA79}"/>
              </a:ext>
            </a:extLst>
          </p:cNvPr>
          <p:cNvSpPr/>
          <p:nvPr/>
        </p:nvSpPr>
        <p:spPr>
          <a:xfrm>
            <a:off x="1256759" y="4993313"/>
            <a:ext cx="4844471" cy="897791"/>
          </a:xfrm>
          <a:prstGeom prst="rect">
            <a:avLst/>
          </a:prstGeom>
          <a:solidFill>
            <a:schemeClr val="bg1">
              <a:lumMod val="9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3">
              <a:latin typeface="+mj-lt"/>
            </a:endParaRPr>
          </a:p>
        </p:txBody>
      </p:sp>
      <p:sp>
        <p:nvSpPr>
          <p:cNvPr id="14" name="TextBox 13">
            <a:extLst>
              <a:ext uri="{FF2B5EF4-FFF2-40B4-BE49-F238E27FC236}">
                <a16:creationId xmlns:a16="http://schemas.microsoft.com/office/drawing/2014/main" id="{419B5952-8486-2242-DD67-74641A73342A}"/>
              </a:ext>
            </a:extLst>
          </p:cNvPr>
          <p:cNvSpPr txBox="1"/>
          <p:nvPr/>
        </p:nvSpPr>
        <p:spPr>
          <a:xfrm rot="16200000">
            <a:off x="885979" y="5284136"/>
            <a:ext cx="964481" cy="278987"/>
          </a:xfrm>
          <a:prstGeom prst="rect">
            <a:avLst/>
          </a:prstGeom>
          <a:noFill/>
        </p:spPr>
        <p:txBody>
          <a:bodyPr wrap="square" rtlCol="0">
            <a:spAutoFit/>
          </a:bodyPr>
          <a:lstStyle/>
          <a:p>
            <a:pPr algn="ctr"/>
            <a:r>
              <a:rPr lang="en-US" sz="1213" b="1">
                <a:solidFill>
                  <a:schemeClr val="accent1">
                    <a:lumMod val="50000"/>
                  </a:schemeClr>
                </a:solidFill>
                <a:latin typeface="+mj-lt"/>
              </a:rPr>
              <a:t>3L+ Line</a:t>
            </a:r>
          </a:p>
        </p:txBody>
      </p:sp>
      <p:cxnSp>
        <p:nvCxnSpPr>
          <p:cNvPr id="18" name="Connector: Elbow 41">
            <a:extLst>
              <a:ext uri="{FF2B5EF4-FFF2-40B4-BE49-F238E27FC236}">
                <a16:creationId xmlns:a16="http://schemas.microsoft.com/office/drawing/2014/main" id="{DBEC516C-00B9-8B8D-260C-A4ACA4A43F3A}"/>
              </a:ext>
            </a:extLst>
          </p:cNvPr>
          <p:cNvCxnSpPr>
            <a:cxnSpLocks/>
            <a:endCxn id="15" idx="0"/>
          </p:cNvCxnSpPr>
          <p:nvPr/>
        </p:nvCxnSpPr>
        <p:spPr>
          <a:xfrm rot="10800000" flipV="1">
            <a:off x="2671597" y="3912368"/>
            <a:ext cx="1171713" cy="275290"/>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42">
            <a:extLst>
              <a:ext uri="{FF2B5EF4-FFF2-40B4-BE49-F238E27FC236}">
                <a16:creationId xmlns:a16="http://schemas.microsoft.com/office/drawing/2014/main" id="{36C1CAE8-4B16-1582-DAD2-67259D3BAA36}"/>
              </a:ext>
            </a:extLst>
          </p:cNvPr>
          <p:cNvCxnSpPr>
            <a:cxnSpLocks/>
          </p:cNvCxnSpPr>
          <p:nvPr/>
        </p:nvCxnSpPr>
        <p:spPr>
          <a:xfrm>
            <a:off x="3442466" y="3912368"/>
            <a:ext cx="1388540" cy="275289"/>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Rounded Corners 44">
            <a:extLst>
              <a:ext uri="{FF2B5EF4-FFF2-40B4-BE49-F238E27FC236}">
                <a16:creationId xmlns:a16="http://schemas.microsoft.com/office/drawing/2014/main" id="{4E1F2EEA-A3FA-5713-EE0C-55DFD2828233}"/>
              </a:ext>
            </a:extLst>
          </p:cNvPr>
          <p:cNvSpPr/>
          <p:nvPr/>
        </p:nvSpPr>
        <p:spPr>
          <a:xfrm>
            <a:off x="1875899" y="3157490"/>
            <a:ext cx="1791226" cy="495111"/>
          </a:xfrm>
          <a:prstGeom prst="round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200" i="0" u="none" strike="noStrike" dirty="0">
                <a:solidFill>
                  <a:srgbClr val="374151"/>
                </a:solidFill>
                <a:effectLst/>
                <a:latin typeface="Söhne"/>
              </a:rPr>
              <a:t>乙酰胆碱酯酶抑制剂</a:t>
            </a:r>
            <a:endParaRPr lang="en-US" sz="1200" b="1" dirty="0">
              <a:solidFill>
                <a:schemeClr val="tx1"/>
              </a:solidFill>
              <a:latin typeface="+mj-lt"/>
            </a:endParaRPr>
          </a:p>
        </p:txBody>
      </p:sp>
      <p:sp>
        <p:nvSpPr>
          <p:cNvPr id="22" name="Rectangle: Rounded Corners 45">
            <a:extLst>
              <a:ext uri="{FF2B5EF4-FFF2-40B4-BE49-F238E27FC236}">
                <a16:creationId xmlns:a16="http://schemas.microsoft.com/office/drawing/2014/main" id="{E37AD609-8DC4-8A88-3981-DAB71F0191D2}"/>
              </a:ext>
            </a:extLst>
          </p:cNvPr>
          <p:cNvSpPr/>
          <p:nvPr/>
        </p:nvSpPr>
        <p:spPr>
          <a:xfrm>
            <a:off x="3742688" y="3148666"/>
            <a:ext cx="1950660" cy="503935"/>
          </a:xfrm>
          <a:prstGeom prst="round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13" b="1" dirty="0">
                <a:solidFill>
                  <a:schemeClr val="tx1"/>
                </a:solidFill>
                <a:latin typeface="+mj-lt"/>
              </a:rPr>
              <a:t>NMDA</a:t>
            </a:r>
          </a:p>
          <a:p>
            <a:pPr algn="ctr"/>
            <a:r>
              <a:rPr lang="en-US" sz="1050" dirty="0">
                <a:solidFill>
                  <a:schemeClr val="tx1"/>
                </a:solidFill>
                <a:latin typeface="+mj-lt"/>
              </a:rPr>
              <a:t>Memantine</a:t>
            </a:r>
            <a:endParaRPr lang="en-US" sz="1213" dirty="0">
              <a:solidFill>
                <a:schemeClr val="tx1"/>
              </a:solidFill>
              <a:latin typeface="+mj-lt"/>
            </a:endParaRPr>
          </a:p>
        </p:txBody>
      </p:sp>
      <p:cxnSp>
        <p:nvCxnSpPr>
          <p:cNvPr id="23" name="Connector: Elbow 46">
            <a:extLst>
              <a:ext uri="{FF2B5EF4-FFF2-40B4-BE49-F238E27FC236}">
                <a16:creationId xmlns:a16="http://schemas.microsoft.com/office/drawing/2014/main" id="{283654C7-CBB6-1207-C3D6-F194F534F01E}"/>
              </a:ext>
            </a:extLst>
          </p:cNvPr>
          <p:cNvCxnSpPr>
            <a:cxnSpLocks/>
            <a:stCxn id="21" idx="2"/>
            <a:endCxn id="22" idx="2"/>
          </p:cNvCxnSpPr>
          <p:nvPr/>
        </p:nvCxnSpPr>
        <p:spPr>
          <a:xfrm rot="16200000" flipH="1">
            <a:off x="3744765" y="2679348"/>
            <a:ext cx="12700" cy="1946506"/>
          </a:xfrm>
          <a:prstGeom prst="bentConnector3">
            <a:avLst>
              <a:gd name="adj1" fmla="val 1800000"/>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Connector: Elbow 49">
            <a:extLst>
              <a:ext uri="{FF2B5EF4-FFF2-40B4-BE49-F238E27FC236}">
                <a16:creationId xmlns:a16="http://schemas.microsoft.com/office/drawing/2014/main" id="{8715B5D5-79F5-D5CB-EFF7-FBED08815319}"/>
              </a:ext>
            </a:extLst>
          </p:cNvPr>
          <p:cNvCxnSpPr>
            <a:cxnSpLocks/>
            <a:endCxn id="21" idx="0"/>
          </p:cNvCxnSpPr>
          <p:nvPr/>
        </p:nvCxnSpPr>
        <p:spPr>
          <a:xfrm rot="10800000" flipV="1">
            <a:off x="2771513" y="2799162"/>
            <a:ext cx="1946505" cy="358327"/>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Rounded Corners 38">
            <a:extLst>
              <a:ext uri="{FF2B5EF4-FFF2-40B4-BE49-F238E27FC236}">
                <a16:creationId xmlns:a16="http://schemas.microsoft.com/office/drawing/2014/main" id="{4E9696FC-B1C6-D22D-ED5B-A1C82ABE2E36}"/>
              </a:ext>
            </a:extLst>
          </p:cNvPr>
          <p:cNvSpPr/>
          <p:nvPr/>
        </p:nvSpPr>
        <p:spPr>
          <a:xfrm>
            <a:off x="1676068" y="5212280"/>
            <a:ext cx="1275845" cy="503935"/>
          </a:xfrm>
          <a:prstGeom prst="roundRect">
            <a:avLst/>
          </a:prstGeom>
          <a:solidFill>
            <a:schemeClr val="bg1"/>
          </a:solid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13" dirty="0" err="1">
                <a:solidFill>
                  <a:schemeClr val="tx1"/>
                </a:solidFill>
                <a:latin typeface="+mj-lt"/>
              </a:rPr>
              <a:t>其他症状管理</a:t>
            </a:r>
            <a:endParaRPr lang="en-US" sz="1213" dirty="0">
              <a:solidFill>
                <a:schemeClr val="tx1"/>
              </a:solidFill>
              <a:latin typeface="+mj-lt"/>
            </a:endParaRPr>
          </a:p>
        </p:txBody>
      </p:sp>
      <p:sp>
        <p:nvSpPr>
          <p:cNvPr id="28" name="Rectangle: Rounded Corners 39">
            <a:extLst>
              <a:ext uri="{FF2B5EF4-FFF2-40B4-BE49-F238E27FC236}">
                <a16:creationId xmlns:a16="http://schemas.microsoft.com/office/drawing/2014/main" id="{AF654432-265E-159B-CF97-744D99ED501B}"/>
              </a:ext>
            </a:extLst>
          </p:cNvPr>
          <p:cNvSpPr/>
          <p:nvPr/>
        </p:nvSpPr>
        <p:spPr>
          <a:xfrm>
            <a:off x="3037574" y="5212280"/>
            <a:ext cx="1529317" cy="503935"/>
          </a:xfrm>
          <a:prstGeom prst="roundRect">
            <a:avLst/>
          </a:prstGeom>
          <a:solidFill>
            <a:schemeClr val="bg1"/>
          </a:solid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13" dirty="0" err="1">
                <a:solidFill>
                  <a:schemeClr val="tx1"/>
                </a:solidFill>
                <a:latin typeface="+mj-lt"/>
              </a:rPr>
              <a:t>姑息治疗</a:t>
            </a:r>
            <a:endParaRPr lang="en-US" sz="1213" dirty="0">
              <a:solidFill>
                <a:schemeClr val="tx1"/>
              </a:solidFill>
              <a:latin typeface="+mj-lt"/>
            </a:endParaRPr>
          </a:p>
          <a:p>
            <a:pPr algn="ctr"/>
            <a:r>
              <a:rPr lang="en-US" sz="1000" dirty="0">
                <a:solidFill>
                  <a:schemeClr val="tx1"/>
                </a:solidFill>
                <a:latin typeface="+mj-lt"/>
              </a:rPr>
              <a:t>Long-term/ memory care</a:t>
            </a:r>
          </a:p>
        </p:txBody>
      </p:sp>
      <p:sp>
        <p:nvSpPr>
          <p:cNvPr id="29" name="Rectangle: Rounded Corners 40">
            <a:extLst>
              <a:ext uri="{FF2B5EF4-FFF2-40B4-BE49-F238E27FC236}">
                <a16:creationId xmlns:a16="http://schemas.microsoft.com/office/drawing/2014/main" id="{03074D66-1C3E-D350-2EFD-A998AA6B26F5}"/>
              </a:ext>
            </a:extLst>
          </p:cNvPr>
          <p:cNvSpPr/>
          <p:nvPr/>
        </p:nvSpPr>
        <p:spPr>
          <a:xfrm>
            <a:off x="4624511" y="5212280"/>
            <a:ext cx="1219713" cy="503935"/>
          </a:xfrm>
          <a:prstGeom prst="roundRect">
            <a:avLst/>
          </a:prstGeom>
          <a:solidFill>
            <a:schemeClr val="bg1"/>
          </a:solid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13" dirty="0" err="1">
                <a:solidFill>
                  <a:schemeClr val="tx1"/>
                </a:solidFill>
                <a:latin typeface="+mj-lt"/>
              </a:rPr>
              <a:t>临床试验</a:t>
            </a:r>
            <a:endParaRPr lang="en-US" sz="1213" dirty="0">
              <a:solidFill>
                <a:schemeClr val="tx1"/>
              </a:solidFill>
              <a:latin typeface="+mj-lt"/>
            </a:endParaRPr>
          </a:p>
        </p:txBody>
      </p:sp>
      <p:cxnSp>
        <p:nvCxnSpPr>
          <p:cNvPr id="30" name="Connector: Elbow 41">
            <a:extLst>
              <a:ext uri="{FF2B5EF4-FFF2-40B4-BE49-F238E27FC236}">
                <a16:creationId xmlns:a16="http://schemas.microsoft.com/office/drawing/2014/main" id="{08797D5C-9CBD-78B4-BAD8-48FBF6A6DA9B}"/>
              </a:ext>
            </a:extLst>
          </p:cNvPr>
          <p:cNvCxnSpPr>
            <a:cxnSpLocks/>
          </p:cNvCxnSpPr>
          <p:nvPr/>
        </p:nvCxnSpPr>
        <p:spPr>
          <a:xfrm rot="10800000" flipV="1">
            <a:off x="2313991" y="4895638"/>
            <a:ext cx="1529316" cy="275290"/>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42">
            <a:extLst>
              <a:ext uri="{FF2B5EF4-FFF2-40B4-BE49-F238E27FC236}">
                <a16:creationId xmlns:a16="http://schemas.microsoft.com/office/drawing/2014/main" id="{F85739D9-8A65-86DB-CCD9-D8B676752CF4}"/>
              </a:ext>
            </a:extLst>
          </p:cNvPr>
          <p:cNvCxnSpPr>
            <a:cxnSpLocks/>
          </p:cNvCxnSpPr>
          <p:nvPr/>
        </p:nvCxnSpPr>
        <p:spPr>
          <a:xfrm>
            <a:off x="3817762" y="4895639"/>
            <a:ext cx="1416605" cy="275289"/>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CD0AE5D-19FB-72B9-4E94-3B88D1E8AA92}"/>
              </a:ext>
            </a:extLst>
          </p:cNvPr>
          <p:cNvCxnSpPr>
            <a:cxnSpLocks/>
          </p:cNvCxnSpPr>
          <p:nvPr/>
        </p:nvCxnSpPr>
        <p:spPr>
          <a:xfrm>
            <a:off x="3760145" y="4830996"/>
            <a:ext cx="1" cy="339932"/>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46">
            <a:extLst>
              <a:ext uri="{FF2B5EF4-FFF2-40B4-BE49-F238E27FC236}">
                <a16:creationId xmlns:a16="http://schemas.microsoft.com/office/drawing/2014/main" id="{9C2297FC-F712-2B3E-16A1-36565E64AAF7}"/>
              </a:ext>
            </a:extLst>
          </p:cNvPr>
          <p:cNvCxnSpPr>
            <a:cxnSpLocks/>
          </p:cNvCxnSpPr>
          <p:nvPr/>
        </p:nvCxnSpPr>
        <p:spPr>
          <a:xfrm rot="16200000" flipH="1">
            <a:off x="3756970" y="3528130"/>
            <a:ext cx="6350" cy="2562266"/>
          </a:xfrm>
          <a:prstGeom prst="bentConnector2">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B8B5BD2-A422-9ADC-7F6D-5E0247EED04E}"/>
              </a:ext>
            </a:extLst>
          </p:cNvPr>
          <p:cNvCxnSpPr>
            <a:cxnSpLocks/>
          </p:cNvCxnSpPr>
          <p:nvPr/>
        </p:nvCxnSpPr>
        <p:spPr>
          <a:xfrm flipH="1" flipV="1">
            <a:off x="5039486" y="4607509"/>
            <a:ext cx="0" cy="2182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itle 2">
            <a:extLst>
              <a:ext uri="{FF2B5EF4-FFF2-40B4-BE49-F238E27FC236}">
                <a16:creationId xmlns:a16="http://schemas.microsoft.com/office/drawing/2014/main" id="{6AA66456-8C2E-3018-A89F-2134639DF5F7}"/>
              </a:ext>
            </a:extLst>
          </p:cNvPr>
          <p:cNvSpPr>
            <a:spLocks noGrp="1"/>
          </p:cNvSpPr>
          <p:nvPr>
            <p:ph type="title"/>
          </p:nvPr>
        </p:nvSpPr>
        <p:spPr>
          <a:xfrm>
            <a:off x="1000125" y="802395"/>
            <a:ext cx="10210801" cy="542236"/>
          </a:xfrm>
        </p:spPr>
        <p:txBody>
          <a:bodyPr/>
          <a:lstStyle/>
          <a:p>
            <a:pPr algn="l"/>
            <a:r>
              <a:rPr lang="zh-CN" altLang="en-US" sz="2800" b="1" i="0" u="none" strike="noStrike" dirty="0">
                <a:effectLst/>
                <a:latin typeface="Söhne"/>
              </a:rPr>
              <a:t>阿尔茨海默病的诊断依赖多项测试组合且治疗主要为“对症下药”</a:t>
            </a:r>
            <a:br>
              <a:rPr lang="zh-CN" altLang="en-US" sz="2800" b="1" dirty="0"/>
            </a:br>
            <a:endParaRPr lang="en-US" sz="2800" b="1" dirty="0"/>
          </a:p>
        </p:txBody>
      </p:sp>
      <p:sp>
        <p:nvSpPr>
          <p:cNvPr id="37" name="Content Placeholder 2">
            <a:extLst>
              <a:ext uri="{FF2B5EF4-FFF2-40B4-BE49-F238E27FC236}">
                <a16:creationId xmlns:a16="http://schemas.microsoft.com/office/drawing/2014/main" id="{CD008B9C-1B5C-BDB4-3E79-0C2EBC9FE38C}"/>
              </a:ext>
            </a:extLst>
          </p:cNvPr>
          <p:cNvSpPr txBox="1">
            <a:spLocks/>
          </p:cNvSpPr>
          <p:nvPr/>
        </p:nvSpPr>
        <p:spPr>
          <a:xfrm>
            <a:off x="6581227" y="1615831"/>
            <a:ext cx="4887316" cy="4495800"/>
          </a:xfrm>
          <a:prstGeom prst="rect">
            <a:avLst/>
          </a:prstGeom>
          <a:ln w="28575">
            <a:solidFill>
              <a:schemeClr val="accent1"/>
            </a:solidFill>
          </a:ln>
        </p:spPr>
        <p:txBody>
          <a:bodyPr/>
          <a:lstStyle>
            <a:lvl1pPr marL="0" indent="0" algn="l" defTabSz="457189" rtl="0" eaLnBrk="1" latinLnBrk="0" hangingPunct="1">
              <a:spcBef>
                <a:spcPct val="20000"/>
              </a:spcBef>
              <a:buClr>
                <a:schemeClr val="bg1">
                  <a:lumMod val="50000"/>
                </a:schemeClr>
              </a:buClr>
              <a:buFont typeface="Arial"/>
              <a:buNone/>
              <a:defRPr sz="1600" b="1" kern="1200">
                <a:solidFill>
                  <a:schemeClr val="tx1"/>
                </a:solidFill>
                <a:latin typeface="Calibri" panose="020F0502020204030204" pitchFamily="34" charset="0"/>
                <a:ea typeface="+mn-ea"/>
                <a:cs typeface="Calibri" panose="020F0502020204030204" pitchFamily="34" charset="0"/>
              </a:defRPr>
            </a:lvl1pPr>
            <a:lvl2pPr marL="461963" indent="-223838" algn="l" defTabSz="457189" rtl="0" eaLnBrk="1" latinLnBrk="0" hangingPunct="1">
              <a:spcBef>
                <a:spcPct val="20000"/>
              </a:spcBef>
              <a:buClr>
                <a:schemeClr val="bg1">
                  <a:lumMod val="50000"/>
                </a:schemeClr>
              </a:buClr>
              <a:buFont typeface="Arial" panose="020B0604020202020204" pitchFamily="34" charset="0"/>
              <a:buChar char="•"/>
              <a:tabLst/>
              <a:defRPr sz="1600" b="1" kern="1200">
                <a:solidFill>
                  <a:schemeClr val="tx1"/>
                </a:solidFill>
                <a:latin typeface="Calibri" panose="020F0502020204030204" pitchFamily="34" charset="0"/>
                <a:ea typeface="+mn-ea"/>
                <a:cs typeface="Calibri" panose="020F0502020204030204" pitchFamily="34" charset="0"/>
              </a:defRPr>
            </a:lvl2pPr>
            <a:lvl3pPr marL="917575" indent="-231775" algn="l" defTabSz="457189" rtl="0" eaLnBrk="1" latinLnBrk="0" hangingPunct="1">
              <a:spcBef>
                <a:spcPct val="20000"/>
              </a:spcBef>
              <a:buClr>
                <a:schemeClr val="bg1">
                  <a:lumMod val="50000"/>
                </a:schemeClr>
              </a:buClr>
              <a:buFont typeface="System Font Regular"/>
              <a:buChar char="–"/>
              <a:tabLst/>
              <a:defRPr sz="1600" b="1" kern="1200">
                <a:solidFill>
                  <a:schemeClr val="tx1"/>
                </a:solidFill>
                <a:latin typeface="Calibri" panose="020F0502020204030204" pitchFamily="34" charset="0"/>
                <a:ea typeface="+mn-ea"/>
                <a:cs typeface="Calibri" panose="020F0502020204030204" pitchFamily="34" charset="0"/>
              </a:defRPr>
            </a:lvl3pPr>
            <a:lvl4pPr marL="1373188" indent="-223838" algn="l" defTabSz="457189" rtl="0" eaLnBrk="1" latinLnBrk="0" hangingPunct="1">
              <a:spcBef>
                <a:spcPct val="20000"/>
              </a:spcBef>
              <a:buClr>
                <a:schemeClr val="bg1">
                  <a:lumMod val="50000"/>
                </a:schemeClr>
              </a:buClr>
              <a:buFont typeface="Arial" panose="020B0604020202020204" pitchFamily="34" charset="0"/>
              <a:buChar char="•"/>
              <a:tabLst/>
              <a:defRPr sz="1600" b="1" kern="1200">
                <a:solidFill>
                  <a:schemeClr val="tx1"/>
                </a:solidFill>
                <a:latin typeface="Calibri" panose="020F0502020204030204" pitchFamily="34" charset="0"/>
                <a:ea typeface="+mn-ea"/>
                <a:cs typeface="Calibri" panose="020F0502020204030204" pitchFamily="34" charset="0"/>
              </a:defRPr>
            </a:lvl4pPr>
            <a:lvl5pPr marL="1828800" indent="-254000" algn="l" defTabSz="457189" rtl="0" eaLnBrk="1" latinLnBrk="0" hangingPunct="1">
              <a:spcBef>
                <a:spcPct val="20000"/>
              </a:spcBef>
              <a:buClr>
                <a:schemeClr val="bg1">
                  <a:lumMod val="50000"/>
                </a:schemeClr>
              </a:buClr>
              <a:buFont typeface="System Font Regular"/>
              <a:buChar char="–"/>
              <a:tabLst/>
              <a:defRPr sz="1600" b="1" kern="1200">
                <a:solidFill>
                  <a:schemeClr val="tx1"/>
                </a:solidFill>
                <a:latin typeface="Calibri" panose="020F0502020204030204" pitchFamily="34" charset="0"/>
                <a:ea typeface="+mn-ea"/>
                <a:cs typeface="Calibri" panose="020F0502020204030204" pitchFamily="34" charset="0"/>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algn="l">
              <a:buFont typeface="Arial" panose="020B0604020202020204" pitchFamily="34" charset="0"/>
              <a:buChar char="•"/>
            </a:pPr>
            <a:endParaRPr lang="en-US" sz="1200" b="0" i="0" u="none" strike="noStrike" dirty="0">
              <a:solidFill>
                <a:srgbClr val="000000"/>
              </a:solidFill>
              <a:effectLst/>
              <a:latin typeface="Old Standard TT"/>
            </a:endParaRPr>
          </a:p>
          <a:p>
            <a:pPr marL="171450" indent="-171450" algn="l">
              <a:buFont typeface="Arial" panose="020B0604020202020204" pitchFamily="34" charset="0"/>
              <a:buChar char="•"/>
            </a:pPr>
            <a:r>
              <a:rPr lang="zh-CN" altLang="en-US" sz="1200" b="0" i="0" u="none" strike="noStrike" dirty="0">
                <a:solidFill>
                  <a:srgbClr val="374151"/>
                </a:solidFill>
                <a:effectLst/>
                <a:latin typeface="Söhne"/>
              </a:rPr>
              <a:t>没有单一的测试可以确定一个人是否患有阿尔茨海默病</a:t>
            </a:r>
            <a:endParaRPr lang="en-US" altLang="zh-CN" sz="1200" b="0" i="0" u="none" strike="noStrike" dirty="0">
              <a:solidFill>
                <a:srgbClr val="374151"/>
              </a:solidFill>
              <a:effectLst/>
              <a:latin typeface="Söhne"/>
            </a:endParaRPr>
          </a:p>
          <a:p>
            <a:pPr marL="171450" indent="-171450" algn="l">
              <a:buFont typeface="Arial" panose="020B0604020202020204" pitchFamily="34" charset="0"/>
              <a:buChar char="•"/>
            </a:pPr>
            <a:r>
              <a:rPr lang="zh-CN" altLang="en-US" sz="1200" b="0" i="0" u="none" strike="noStrike" dirty="0">
                <a:solidFill>
                  <a:srgbClr val="374151"/>
                </a:solidFill>
                <a:effectLst/>
                <a:latin typeface="Söhne"/>
              </a:rPr>
              <a:t>阿尔茨海默病的阶段通常由专门从事神经学或老年医学的医疗专业人员来确定</a:t>
            </a:r>
            <a:endParaRPr lang="en-US" altLang="zh-CN" sz="1200" b="0" i="0" u="none" strike="noStrike" dirty="0">
              <a:solidFill>
                <a:srgbClr val="374151"/>
              </a:solidFill>
              <a:effectLst/>
              <a:latin typeface="Söhne"/>
            </a:endParaRPr>
          </a:p>
          <a:p>
            <a:pPr marL="171450" indent="-171450" algn="l">
              <a:buFont typeface="Arial" panose="020B0604020202020204" pitchFamily="34" charset="0"/>
              <a:buChar char="•"/>
            </a:pPr>
            <a:r>
              <a:rPr lang="zh-CN" altLang="en-US" sz="1200" i="0" u="none" strike="noStrike" dirty="0">
                <a:solidFill>
                  <a:srgbClr val="374151"/>
                </a:solidFill>
                <a:effectLst/>
                <a:latin typeface="Söhne"/>
              </a:rPr>
              <a:t>乙酰胆碱酯酶抑制剂</a:t>
            </a:r>
            <a:r>
              <a:rPr lang="zh-CN" altLang="en-US" sz="1200" b="0" i="0" u="none" strike="noStrike" dirty="0">
                <a:solidFill>
                  <a:srgbClr val="374151"/>
                </a:solidFill>
                <a:effectLst/>
                <a:latin typeface="Söhne"/>
              </a:rPr>
              <a:t>通常是第一线治疗，最常开处方的药物是</a:t>
            </a:r>
            <a:r>
              <a:rPr lang="en-US" sz="1200" b="0" i="0" u="none" strike="noStrike" dirty="0">
                <a:solidFill>
                  <a:srgbClr val="374151"/>
                </a:solidFill>
                <a:effectLst/>
                <a:latin typeface="Söhne"/>
              </a:rPr>
              <a:t>ARICEPT（</a:t>
            </a:r>
            <a:r>
              <a:rPr lang="zh-CN" altLang="en-US" sz="1200" b="0" i="0" u="none" strike="noStrike" dirty="0">
                <a:solidFill>
                  <a:srgbClr val="374151"/>
                </a:solidFill>
                <a:effectLst/>
                <a:latin typeface="Söhne"/>
              </a:rPr>
              <a:t>多奈哌齐）和</a:t>
            </a:r>
            <a:r>
              <a:rPr lang="en-US" sz="1200" b="0" i="0" u="none" strike="noStrike" dirty="0">
                <a:solidFill>
                  <a:srgbClr val="374151"/>
                </a:solidFill>
                <a:effectLst/>
                <a:latin typeface="Söhne"/>
              </a:rPr>
              <a:t>RAZADYNE（</a:t>
            </a:r>
            <a:r>
              <a:rPr lang="zh-CN" altLang="en-US" sz="1200" b="0" i="0" u="none" strike="noStrike" dirty="0">
                <a:solidFill>
                  <a:srgbClr val="374151"/>
                </a:solidFill>
                <a:effectLst/>
                <a:latin typeface="Söhne"/>
              </a:rPr>
              <a:t>加兰他敏）</a:t>
            </a:r>
            <a:endParaRPr lang="en-US" altLang="zh-CN" sz="1200" b="0" i="0" u="none" strike="noStrike" dirty="0">
              <a:solidFill>
                <a:srgbClr val="374151"/>
              </a:solidFill>
              <a:effectLst/>
              <a:latin typeface="Söhne"/>
            </a:endParaRPr>
          </a:p>
          <a:p>
            <a:pPr marL="171450" indent="-171450" algn="l">
              <a:buFont typeface="Arial" panose="020B0604020202020204" pitchFamily="34" charset="0"/>
              <a:buChar char="•"/>
            </a:pPr>
            <a:r>
              <a:rPr lang="zh-CN" altLang="en-US" sz="1200" b="0" i="0" u="none" strike="noStrike" dirty="0">
                <a:solidFill>
                  <a:srgbClr val="374151"/>
                </a:solidFill>
                <a:effectLst/>
                <a:latin typeface="Söhne"/>
              </a:rPr>
              <a:t> </a:t>
            </a:r>
            <a:r>
              <a:rPr lang="en-US" sz="1200" b="0" i="0" u="none" strike="noStrike" dirty="0">
                <a:solidFill>
                  <a:srgbClr val="374151"/>
                </a:solidFill>
                <a:effectLst/>
                <a:latin typeface="Söhne"/>
              </a:rPr>
              <a:t>Exelon Patch（</a:t>
            </a:r>
            <a:r>
              <a:rPr lang="zh-CN" altLang="en-US" sz="1200" b="0" i="0" u="none" strike="noStrike" dirty="0">
                <a:solidFill>
                  <a:srgbClr val="374151"/>
                </a:solidFill>
                <a:effectLst/>
                <a:latin typeface="Söhne"/>
              </a:rPr>
              <a:t>利华得胶贴，利伐他汀透皮系统）也是一种乙酰胆碱酯酶抑制剂，但使用较少</a:t>
            </a:r>
            <a:endParaRPr lang="en-US" altLang="zh-CN" sz="1200" b="0" i="0" u="none" strike="noStrike" dirty="0">
              <a:solidFill>
                <a:srgbClr val="374151"/>
              </a:solidFill>
              <a:effectLst/>
              <a:latin typeface="Söhne"/>
            </a:endParaRPr>
          </a:p>
          <a:p>
            <a:pPr marL="171450" indent="-171450" algn="l">
              <a:buFont typeface="Arial" panose="020B0604020202020204" pitchFamily="34" charset="0"/>
              <a:buChar char="•"/>
            </a:pPr>
            <a:r>
              <a:rPr lang="zh-CN" altLang="en-US" sz="1200" b="0" i="0" u="none" strike="noStrike" dirty="0">
                <a:solidFill>
                  <a:srgbClr val="374151"/>
                </a:solidFill>
                <a:effectLst/>
                <a:latin typeface="Söhne"/>
              </a:rPr>
              <a:t>其他症状管理包括</a:t>
            </a:r>
            <a:r>
              <a:rPr lang="zh-CN" altLang="en-US" sz="1200" i="0" u="none" strike="noStrike" dirty="0">
                <a:solidFill>
                  <a:srgbClr val="374151"/>
                </a:solidFill>
                <a:effectLst/>
                <a:latin typeface="Söhne"/>
              </a:rPr>
              <a:t>睡眠障碍、焦虑不安、抑郁症的治疗和抗焦虑药物</a:t>
            </a:r>
            <a:endParaRPr lang="en-US" sz="1200" dirty="0">
              <a:solidFill>
                <a:srgbClr val="000000"/>
              </a:solidFill>
              <a:latin typeface="Old Standard TT"/>
            </a:endParaRPr>
          </a:p>
          <a:p>
            <a:pPr marL="171450" indent="-171450">
              <a:buFont typeface="Arial" panose="020B0604020202020204" pitchFamily="34" charset="0"/>
              <a:buChar char="•"/>
            </a:pPr>
            <a:endParaRPr lang="en-US" sz="1200" b="0" dirty="0">
              <a:solidFill>
                <a:srgbClr val="000000"/>
              </a:solidFill>
              <a:latin typeface="Old Standard TT"/>
            </a:endParaRPr>
          </a:p>
          <a:p>
            <a:pPr marL="171450" indent="-171450" algn="l">
              <a:buFont typeface="Arial" panose="020B0604020202020204" pitchFamily="34" charset="0"/>
              <a:buChar char="•"/>
            </a:pPr>
            <a:endParaRPr lang="en-US" sz="1200" b="1" dirty="0"/>
          </a:p>
        </p:txBody>
      </p:sp>
      <p:sp>
        <p:nvSpPr>
          <p:cNvPr id="38" name="Rectangle 37">
            <a:extLst>
              <a:ext uri="{FF2B5EF4-FFF2-40B4-BE49-F238E27FC236}">
                <a16:creationId xmlns:a16="http://schemas.microsoft.com/office/drawing/2014/main" id="{10A46C75-8031-8883-35FE-222965D2B790}"/>
              </a:ext>
            </a:extLst>
          </p:cNvPr>
          <p:cNvSpPr/>
          <p:nvPr/>
        </p:nvSpPr>
        <p:spPr>
          <a:xfrm>
            <a:off x="8517382" y="1499255"/>
            <a:ext cx="1015006" cy="263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chemeClr val="tx1"/>
                </a:solidFill>
              </a:rPr>
              <a:t>详细内容</a:t>
            </a:r>
            <a:endParaRPr lang="en-US" sz="1400" b="1" dirty="0">
              <a:solidFill>
                <a:schemeClr val="tx1"/>
              </a:solidFill>
            </a:endParaRPr>
          </a:p>
        </p:txBody>
      </p:sp>
      <p:cxnSp>
        <p:nvCxnSpPr>
          <p:cNvPr id="43" name="Straight Connector 42">
            <a:extLst>
              <a:ext uri="{FF2B5EF4-FFF2-40B4-BE49-F238E27FC236}">
                <a16:creationId xmlns:a16="http://schemas.microsoft.com/office/drawing/2014/main" id="{E0D37C2A-AF6B-4F5B-62B5-18CD76768590}"/>
              </a:ext>
            </a:extLst>
          </p:cNvPr>
          <p:cNvCxnSpPr>
            <a:cxnSpLocks/>
          </p:cNvCxnSpPr>
          <p:nvPr/>
        </p:nvCxnSpPr>
        <p:spPr>
          <a:xfrm flipH="1" flipV="1">
            <a:off x="2479012" y="4609287"/>
            <a:ext cx="0" cy="2182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4A21B498-26E8-0DBA-1546-C76979CD7973}"/>
              </a:ext>
            </a:extLst>
          </p:cNvPr>
          <p:cNvCxnSpPr>
            <a:cxnSpLocks/>
          </p:cNvCxnSpPr>
          <p:nvPr/>
        </p:nvCxnSpPr>
        <p:spPr>
          <a:xfrm>
            <a:off x="4717475" y="2792531"/>
            <a:ext cx="1" cy="339932"/>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6">
            <a:extLst>
              <a:ext uri="{FF2B5EF4-FFF2-40B4-BE49-F238E27FC236}">
                <a16:creationId xmlns:a16="http://schemas.microsoft.com/office/drawing/2014/main" id="{22AB7E3F-FFF0-8A0A-1F60-FB88286372C9}"/>
              </a:ext>
            </a:extLst>
          </p:cNvPr>
          <p:cNvCxnSpPr>
            <a:cxnSpLocks/>
          </p:cNvCxnSpPr>
          <p:nvPr/>
        </p:nvCxnSpPr>
        <p:spPr>
          <a:xfrm rot="16200000" flipH="1">
            <a:off x="3680345" y="1433404"/>
            <a:ext cx="6350" cy="2562266"/>
          </a:xfrm>
          <a:prstGeom prst="bentConnector2">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Rectangle: Rounded Corners 31">
            <a:extLst>
              <a:ext uri="{FF2B5EF4-FFF2-40B4-BE49-F238E27FC236}">
                <a16:creationId xmlns:a16="http://schemas.microsoft.com/office/drawing/2014/main" id="{4DFD20BC-087D-BAD4-1AE2-146ADC402391}"/>
              </a:ext>
            </a:extLst>
          </p:cNvPr>
          <p:cNvSpPr/>
          <p:nvPr/>
        </p:nvSpPr>
        <p:spPr>
          <a:xfrm>
            <a:off x="3183006" y="2115938"/>
            <a:ext cx="1036937" cy="503935"/>
          </a:xfrm>
          <a:prstGeom prst="roundRect">
            <a:avLst/>
          </a:prstGeom>
          <a:solidFill>
            <a:schemeClr val="bg1"/>
          </a:solidFill>
          <a:ln w="3810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latin typeface="+mj-lt"/>
              </a:rPr>
              <a:t>实验室检测</a:t>
            </a:r>
            <a:endParaRPr lang="en-US" sz="1200" dirty="0">
              <a:solidFill>
                <a:schemeClr val="tx1"/>
              </a:solidFill>
              <a:latin typeface="+mj-lt"/>
            </a:endParaRPr>
          </a:p>
        </p:txBody>
      </p:sp>
      <p:sp>
        <p:nvSpPr>
          <p:cNvPr id="16" name="Rectangle: Rounded Corners 39">
            <a:extLst>
              <a:ext uri="{FF2B5EF4-FFF2-40B4-BE49-F238E27FC236}">
                <a16:creationId xmlns:a16="http://schemas.microsoft.com/office/drawing/2014/main" id="{BF61C5F4-1C1D-E581-252B-BA563986634E}"/>
              </a:ext>
            </a:extLst>
          </p:cNvPr>
          <p:cNvSpPr/>
          <p:nvPr/>
        </p:nvSpPr>
        <p:spPr>
          <a:xfrm>
            <a:off x="4122276" y="4204834"/>
            <a:ext cx="1792746" cy="503935"/>
          </a:xfrm>
          <a:prstGeom prst="roundRect">
            <a:avLst/>
          </a:prstGeom>
          <a:solidFill>
            <a:schemeClr val="bg1"/>
          </a:solid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latin typeface="+mj-lt"/>
              </a:rPr>
              <a:t>行为疗法</a:t>
            </a:r>
            <a:endParaRPr lang="en-US" sz="1200" dirty="0">
              <a:solidFill>
                <a:schemeClr val="tx1"/>
              </a:solidFill>
              <a:latin typeface="+mj-lt"/>
            </a:endParaRPr>
          </a:p>
          <a:p>
            <a:pPr algn="ctr"/>
            <a:r>
              <a:rPr lang="en-US" sz="1000" dirty="0">
                <a:solidFill>
                  <a:schemeClr val="tx1"/>
                </a:solidFill>
                <a:latin typeface="+mj-lt"/>
              </a:rPr>
              <a:t>Physical/memory/cognition</a:t>
            </a:r>
          </a:p>
        </p:txBody>
      </p:sp>
      <p:cxnSp>
        <p:nvCxnSpPr>
          <p:cNvPr id="56" name="Straight Connector 55">
            <a:extLst>
              <a:ext uri="{FF2B5EF4-FFF2-40B4-BE49-F238E27FC236}">
                <a16:creationId xmlns:a16="http://schemas.microsoft.com/office/drawing/2014/main" id="{FEE48E1C-1A5C-E13E-B362-8103F3BA9E0C}"/>
              </a:ext>
            </a:extLst>
          </p:cNvPr>
          <p:cNvCxnSpPr>
            <a:cxnSpLocks/>
          </p:cNvCxnSpPr>
          <p:nvPr/>
        </p:nvCxnSpPr>
        <p:spPr>
          <a:xfrm flipV="1">
            <a:off x="2404898" y="2552040"/>
            <a:ext cx="0" cy="17970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2F2FCAD2-9928-A6EE-FA4B-1D36FAD0D213}"/>
              </a:ext>
            </a:extLst>
          </p:cNvPr>
          <p:cNvCxnSpPr>
            <a:cxnSpLocks/>
          </p:cNvCxnSpPr>
          <p:nvPr/>
        </p:nvCxnSpPr>
        <p:spPr>
          <a:xfrm flipV="1">
            <a:off x="4976545" y="2548727"/>
            <a:ext cx="0" cy="17970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D4150FFD-0023-BF4E-A16E-1FD92CF54881}"/>
              </a:ext>
            </a:extLst>
          </p:cNvPr>
          <p:cNvCxnSpPr>
            <a:cxnSpLocks/>
          </p:cNvCxnSpPr>
          <p:nvPr/>
        </p:nvCxnSpPr>
        <p:spPr>
          <a:xfrm flipV="1">
            <a:off x="3742688" y="2612829"/>
            <a:ext cx="0" cy="17970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Rectangle: Rounded Corners 31">
            <a:extLst>
              <a:ext uri="{FF2B5EF4-FFF2-40B4-BE49-F238E27FC236}">
                <a16:creationId xmlns:a16="http://schemas.microsoft.com/office/drawing/2014/main" id="{6025FB26-6A0E-EA5E-874F-CB9670367702}"/>
              </a:ext>
            </a:extLst>
          </p:cNvPr>
          <p:cNvSpPr/>
          <p:nvPr/>
        </p:nvSpPr>
        <p:spPr>
          <a:xfrm>
            <a:off x="4410443" y="2125118"/>
            <a:ext cx="1437004" cy="503935"/>
          </a:xfrm>
          <a:prstGeom prst="roundRect">
            <a:avLst/>
          </a:prstGeom>
          <a:solidFill>
            <a:schemeClr val="bg1"/>
          </a:solidFill>
          <a:ln w="3810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latin typeface="+mj-lt"/>
              </a:rPr>
              <a:t>影像</a:t>
            </a:r>
            <a:endParaRPr lang="en-US" sz="1200" dirty="0">
              <a:solidFill>
                <a:schemeClr val="tx1"/>
              </a:solidFill>
              <a:latin typeface="+mj-lt"/>
            </a:endParaRPr>
          </a:p>
          <a:p>
            <a:pPr algn="ctr"/>
            <a:r>
              <a:rPr lang="en-US" sz="1000" dirty="0">
                <a:solidFill>
                  <a:schemeClr val="tx1"/>
                </a:solidFill>
                <a:latin typeface="+mj-lt"/>
              </a:rPr>
              <a:t>MRI, CT, PET</a:t>
            </a:r>
          </a:p>
        </p:txBody>
      </p:sp>
      <p:sp>
        <p:nvSpPr>
          <p:cNvPr id="9" name="Rectangle: Rounded Corners 31">
            <a:extLst>
              <a:ext uri="{FF2B5EF4-FFF2-40B4-BE49-F238E27FC236}">
                <a16:creationId xmlns:a16="http://schemas.microsoft.com/office/drawing/2014/main" id="{B5E413E8-5491-777E-3067-39FD5B365A0E}"/>
              </a:ext>
            </a:extLst>
          </p:cNvPr>
          <p:cNvSpPr/>
          <p:nvPr/>
        </p:nvSpPr>
        <p:spPr>
          <a:xfrm>
            <a:off x="1801806" y="2114746"/>
            <a:ext cx="1168905" cy="503935"/>
          </a:xfrm>
          <a:prstGeom prst="roundRect">
            <a:avLst/>
          </a:prstGeom>
          <a:solidFill>
            <a:schemeClr val="bg1"/>
          </a:solidFill>
          <a:ln w="3810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latin typeface="+mj-lt"/>
              </a:rPr>
              <a:t>认知量表</a:t>
            </a:r>
            <a:endParaRPr lang="en-US" sz="1200" dirty="0">
              <a:solidFill>
                <a:schemeClr val="tx1"/>
              </a:solidFill>
              <a:latin typeface="+mj-lt"/>
            </a:endParaRPr>
          </a:p>
        </p:txBody>
      </p:sp>
      <p:sp>
        <p:nvSpPr>
          <p:cNvPr id="15" name="Rectangle: Rounded Corners 38">
            <a:extLst>
              <a:ext uri="{FF2B5EF4-FFF2-40B4-BE49-F238E27FC236}">
                <a16:creationId xmlns:a16="http://schemas.microsoft.com/office/drawing/2014/main" id="{F2870A9D-FD92-E4F3-515F-44A788533E17}"/>
              </a:ext>
            </a:extLst>
          </p:cNvPr>
          <p:cNvSpPr/>
          <p:nvPr/>
        </p:nvSpPr>
        <p:spPr>
          <a:xfrm>
            <a:off x="1676068" y="4187658"/>
            <a:ext cx="1991056" cy="503935"/>
          </a:xfrm>
          <a:prstGeom prst="roundRect">
            <a:avLst/>
          </a:prstGeom>
          <a:solidFill>
            <a:schemeClr val="bg1"/>
          </a:solidFill>
          <a:ln w="381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0" i="0" u="none" strike="noStrike" dirty="0">
                <a:solidFill>
                  <a:srgbClr val="374151"/>
                </a:solidFill>
                <a:effectLst/>
                <a:latin typeface="Söhne"/>
              </a:rPr>
              <a:t>抗精神病药物</a:t>
            </a:r>
            <a:endParaRPr lang="en-US" sz="1200" b="1" dirty="0">
              <a:solidFill>
                <a:schemeClr val="tx1"/>
              </a:solidFill>
              <a:latin typeface="+mj-lt"/>
            </a:endParaRPr>
          </a:p>
        </p:txBody>
      </p:sp>
    </p:spTree>
    <p:extLst>
      <p:ext uri="{BB962C8B-B14F-4D97-AF65-F5344CB8AC3E}">
        <p14:creationId xmlns:p14="http://schemas.microsoft.com/office/powerpoint/2010/main" val="2258365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B6777-58CA-86DB-B11B-9792FDAA41D7}"/>
              </a:ext>
            </a:extLst>
          </p:cNvPr>
          <p:cNvSpPr>
            <a:spLocks noGrp="1"/>
          </p:cNvSpPr>
          <p:nvPr>
            <p:ph type="title"/>
          </p:nvPr>
        </p:nvSpPr>
        <p:spPr>
          <a:xfrm>
            <a:off x="1009648" y="779646"/>
            <a:ext cx="10746415" cy="558265"/>
          </a:xfrm>
        </p:spPr>
        <p:txBody>
          <a:bodyPr/>
          <a:lstStyle/>
          <a:p>
            <a:r>
              <a:rPr lang="zh-CN" altLang="en-US" sz="2800" b="1" i="0" u="none" strike="noStrike" dirty="0">
                <a:solidFill>
                  <a:srgbClr val="374151"/>
                </a:solidFill>
                <a:effectLst/>
                <a:latin typeface="Söhne"/>
              </a:rPr>
              <a:t>医疗必要性的基本原则确定治疗是否受保险覆盖根据</a:t>
            </a:r>
            <a:endParaRPr lang="en-US" sz="2800" b="1" dirty="0"/>
          </a:p>
        </p:txBody>
      </p:sp>
      <p:sp>
        <p:nvSpPr>
          <p:cNvPr id="39" name="Content Placeholder 1">
            <a:extLst>
              <a:ext uri="{FF2B5EF4-FFF2-40B4-BE49-F238E27FC236}">
                <a16:creationId xmlns:a16="http://schemas.microsoft.com/office/drawing/2014/main" id="{44F80421-98D1-8DCF-2741-B8C420BE128E}"/>
              </a:ext>
            </a:extLst>
          </p:cNvPr>
          <p:cNvSpPr txBox="1">
            <a:spLocks/>
          </p:cNvSpPr>
          <p:nvPr/>
        </p:nvSpPr>
        <p:spPr>
          <a:xfrm>
            <a:off x="1074089" y="1984133"/>
            <a:ext cx="2878785" cy="3721342"/>
          </a:xfrm>
          <a:prstGeom prst="rect">
            <a:avLst/>
          </a:prstGeom>
          <a:solidFill>
            <a:schemeClr val="bg1"/>
          </a:solidFill>
          <a:ln w="28575">
            <a:solidFill>
              <a:schemeClr val="accent1"/>
            </a:solidFill>
          </a:ln>
        </p:spPr>
        <p:txBody>
          <a:bodyPr/>
          <a:lstStyle>
            <a:lvl1pPr marL="0" indent="0" algn="l" defTabSz="457189" rtl="0" eaLnBrk="1" latinLnBrk="0" hangingPunct="1">
              <a:spcBef>
                <a:spcPct val="20000"/>
              </a:spcBef>
              <a:buClr>
                <a:schemeClr val="bg1">
                  <a:lumMod val="50000"/>
                </a:schemeClr>
              </a:buClr>
              <a:buFont typeface="Arial"/>
              <a:buNone/>
              <a:defRPr sz="1600" b="1" kern="1200">
                <a:solidFill>
                  <a:schemeClr val="tx1"/>
                </a:solidFill>
                <a:latin typeface="Calibri" panose="020F0502020204030204" pitchFamily="34" charset="0"/>
                <a:ea typeface="+mn-ea"/>
                <a:cs typeface="Calibri" panose="020F0502020204030204" pitchFamily="34" charset="0"/>
              </a:defRPr>
            </a:lvl1pPr>
            <a:lvl2pPr marL="461963" indent="-223838" algn="l" defTabSz="457189" rtl="0" eaLnBrk="1" latinLnBrk="0" hangingPunct="1">
              <a:spcBef>
                <a:spcPct val="20000"/>
              </a:spcBef>
              <a:buClr>
                <a:schemeClr val="bg1">
                  <a:lumMod val="50000"/>
                </a:schemeClr>
              </a:buClr>
              <a:buFont typeface="Arial" panose="020B0604020202020204" pitchFamily="34" charset="0"/>
              <a:buChar char="•"/>
              <a:tabLst/>
              <a:defRPr sz="1600" b="1" kern="1200">
                <a:solidFill>
                  <a:schemeClr val="tx1"/>
                </a:solidFill>
                <a:latin typeface="Calibri" panose="020F0502020204030204" pitchFamily="34" charset="0"/>
                <a:ea typeface="+mn-ea"/>
                <a:cs typeface="Calibri" panose="020F0502020204030204" pitchFamily="34" charset="0"/>
              </a:defRPr>
            </a:lvl2pPr>
            <a:lvl3pPr marL="917575" indent="-231775" algn="l" defTabSz="457189" rtl="0" eaLnBrk="1" latinLnBrk="0" hangingPunct="1">
              <a:spcBef>
                <a:spcPct val="20000"/>
              </a:spcBef>
              <a:buClr>
                <a:schemeClr val="bg1">
                  <a:lumMod val="50000"/>
                </a:schemeClr>
              </a:buClr>
              <a:buFont typeface="System Font Regular"/>
              <a:buChar char="–"/>
              <a:tabLst/>
              <a:defRPr sz="1600" b="1" kern="1200">
                <a:solidFill>
                  <a:schemeClr val="tx1"/>
                </a:solidFill>
                <a:latin typeface="Calibri" panose="020F0502020204030204" pitchFamily="34" charset="0"/>
                <a:ea typeface="+mn-ea"/>
                <a:cs typeface="Calibri" panose="020F0502020204030204" pitchFamily="34" charset="0"/>
              </a:defRPr>
            </a:lvl3pPr>
            <a:lvl4pPr marL="1373188" indent="-223838" algn="l" defTabSz="457189" rtl="0" eaLnBrk="1" latinLnBrk="0" hangingPunct="1">
              <a:spcBef>
                <a:spcPct val="20000"/>
              </a:spcBef>
              <a:buClr>
                <a:schemeClr val="bg1">
                  <a:lumMod val="50000"/>
                </a:schemeClr>
              </a:buClr>
              <a:buFont typeface="Arial" panose="020B0604020202020204" pitchFamily="34" charset="0"/>
              <a:buChar char="•"/>
              <a:tabLst/>
              <a:defRPr sz="1600" b="1" kern="1200">
                <a:solidFill>
                  <a:schemeClr val="tx1"/>
                </a:solidFill>
                <a:latin typeface="Calibri" panose="020F0502020204030204" pitchFamily="34" charset="0"/>
                <a:ea typeface="+mn-ea"/>
                <a:cs typeface="Calibri" panose="020F0502020204030204" pitchFamily="34" charset="0"/>
              </a:defRPr>
            </a:lvl4pPr>
            <a:lvl5pPr marL="1828800" indent="-254000" algn="l" defTabSz="457189" rtl="0" eaLnBrk="1" latinLnBrk="0" hangingPunct="1">
              <a:spcBef>
                <a:spcPct val="20000"/>
              </a:spcBef>
              <a:buClr>
                <a:schemeClr val="bg1">
                  <a:lumMod val="50000"/>
                </a:schemeClr>
              </a:buClr>
              <a:buFont typeface="System Font Regular"/>
              <a:buChar char="–"/>
              <a:tabLst/>
              <a:defRPr sz="1600" b="1" kern="1200">
                <a:solidFill>
                  <a:schemeClr val="tx1"/>
                </a:solidFill>
                <a:latin typeface="Calibri" panose="020F0502020204030204" pitchFamily="34" charset="0"/>
                <a:ea typeface="+mn-ea"/>
                <a:cs typeface="Calibri" panose="020F0502020204030204" pitchFamily="34" charset="0"/>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600"/>
              </a:spcBef>
            </a:pPr>
            <a:endParaRPr lang="en-US" sz="1200" dirty="0">
              <a:latin typeface="+mj-lt"/>
            </a:endParaRPr>
          </a:p>
          <a:p>
            <a:pPr marL="171450" indent="-171450">
              <a:spcBef>
                <a:spcPts val="600"/>
              </a:spcBef>
              <a:buFont typeface="Arial" panose="020B0604020202020204" pitchFamily="34" charset="0"/>
              <a:buChar char="•"/>
            </a:pPr>
            <a:r>
              <a:rPr lang="zh-CN" altLang="en-US" sz="1200" b="0" i="0" u="none" strike="noStrike" dirty="0">
                <a:solidFill>
                  <a:srgbClr val="374151"/>
                </a:solidFill>
                <a:effectLst/>
                <a:latin typeface="Söhne"/>
              </a:rPr>
              <a:t>医疗保险（</a:t>
            </a:r>
            <a:r>
              <a:rPr lang="en-US" sz="1200" b="0" i="0" u="none" strike="noStrike" dirty="0">
                <a:solidFill>
                  <a:srgbClr val="374151"/>
                </a:solidFill>
                <a:effectLst/>
                <a:latin typeface="Söhne"/>
              </a:rPr>
              <a:t>Medicare）</a:t>
            </a:r>
            <a:r>
              <a:rPr lang="zh-CN" altLang="en-US" sz="1200" b="0" i="0" u="none" strike="noStrike" dirty="0">
                <a:solidFill>
                  <a:srgbClr val="374151"/>
                </a:solidFill>
                <a:effectLst/>
                <a:latin typeface="Söhne"/>
              </a:rPr>
              <a:t>是联邦医疗保险计划，适用于</a:t>
            </a:r>
            <a:endParaRPr lang="en-US" altLang="zh-CN" sz="1200" b="0" i="0" u="none" strike="noStrike" dirty="0">
              <a:solidFill>
                <a:srgbClr val="374151"/>
              </a:solidFill>
              <a:effectLst/>
              <a:latin typeface="Söhne"/>
            </a:endParaRPr>
          </a:p>
          <a:p>
            <a:pPr marL="633413" lvl="1" indent="-171450">
              <a:spcBef>
                <a:spcPts val="600"/>
              </a:spcBef>
            </a:pPr>
            <a:r>
              <a:rPr lang="zh-CN" altLang="en-US" sz="1200" b="0" i="0" u="none" strike="noStrike" dirty="0">
                <a:solidFill>
                  <a:srgbClr val="374151"/>
                </a:solidFill>
                <a:effectLst/>
                <a:latin typeface="Söhne"/>
              </a:rPr>
              <a:t> 年龄在</a:t>
            </a:r>
            <a:r>
              <a:rPr lang="en-US" altLang="zh-CN" sz="1200" b="0" i="0" u="none" strike="noStrike" dirty="0">
                <a:solidFill>
                  <a:srgbClr val="374151"/>
                </a:solidFill>
                <a:effectLst/>
                <a:latin typeface="Söhne"/>
              </a:rPr>
              <a:t>65</a:t>
            </a:r>
            <a:r>
              <a:rPr lang="zh-CN" altLang="en-US" sz="1200" b="0" i="0" u="none" strike="noStrike" dirty="0">
                <a:solidFill>
                  <a:srgbClr val="374151"/>
                </a:solidFill>
                <a:effectLst/>
                <a:latin typeface="Söhne"/>
              </a:rPr>
              <a:t>岁及以上的人群</a:t>
            </a:r>
            <a:endParaRPr lang="en-US" altLang="zh-CN" sz="1200" b="0" i="0" u="none" strike="noStrike" dirty="0">
              <a:solidFill>
                <a:srgbClr val="374151"/>
              </a:solidFill>
              <a:effectLst/>
              <a:latin typeface="Söhne"/>
            </a:endParaRPr>
          </a:p>
          <a:p>
            <a:pPr marL="633413" lvl="1" indent="-171450">
              <a:spcBef>
                <a:spcPts val="600"/>
              </a:spcBef>
            </a:pPr>
            <a:r>
              <a:rPr lang="zh-CN" altLang="en-US" sz="1200" b="0" i="0" u="none" strike="noStrike" dirty="0">
                <a:solidFill>
                  <a:srgbClr val="374151"/>
                </a:solidFill>
                <a:effectLst/>
                <a:latin typeface="Söhne"/>
              </a:rPr>
              <a:t> 某些患有残疾的年轻人</a:t>
            </a:r>
            <a:endParaRPr lang="en-US" altLang="zh-CN" sz="1200" b="0" i="0" u="none" strike="noStrike" dirty="0">
              <a:solidFill>
                <a:srgbClr val="374151"/>
              </a:solidFill>
              <a:effectLst/>
              <a:latin typeface="Söhne"/>
            </a:endParaRPr>
          </a:p>
          <a:p>
            <a:pPr marL="171450" indent="-171450">
              <a:spcBef>
                <a:spcPts val="600"/>
              </a:spcBef>
              <a:buFont typeface="Arial" panose="020B0604020202020204" pitchFamily="34" charset="0"/>
              <a:buChar char="•"/>
            </a:pPr>
            <a:r>
              <a:rPr lang="zh-CN" altLang="en-US" sz="1200" b="0" i="0" u="none" strike="noStrike" dirty="0">
                <a:solidFill>
                  <a:srgbClr val="374151"/>
                </a:solidFill>
                <a:effectLst/>
                <a:latin typeface="Söhne"/>
              </a:rPr>
              <a:t>在痴呆症护理的每个阶段，医疗保险将支付一些服务，例如</a:t>
            </a:r>
            <a:endParaRPr lang="en-US" altLang="zh-CN" sz="1200" b="0" i="0" u="none" strike="noStrike" dirty="0">
              <a:solidFill>
                <a:srgbClr val="374151"/>
              </a:solidFill>
              <a:effectLst/>
              <a:latin typeface="Söhne"/>
            </a:endParaRPr>
          </a:p>
          <a:p>
            <a:pPr marL="633413" lvl="1" indent="-171450">
              <a:spcBef>
                <a:spcPts val="600"/>
              </a:spcBef>
            </a:pPr>
            <a:r>
              <a:rPr lang="zh-CN" altLang="en-US" sz="1200" b="0" i="0" u="none" strike="noStrike" dirty="0">
                <a:solidFill>
                  <a:srgbClr val="374151"/>
                </a:solidFill>
                <a:effectLst/>
                <a:latin typeface="Söhne"/>
              </a:rPr>
              <a:t>认知评估 </a:t>
            </a:r>
            <a:endParaRPr lang="en-US" altLang="zh-CN" sz="1200" b="0" i="0" u="none" strike="noStrike" dirty="0">
              <a:solidFill>
                <a:srgbClr val="374151"/>
              </a:solidFill>
              <a:effectLst/>
              <a:latin typeface="Söhne"/>
            </a:endParaRPr>
          </a:p>
          <a:p>
            <a:pPr marL="633413" lvl="1" indent="-171450">
              <a:spcBef>
                <a:spcPts val="600"/>
              </a:spcBef>
            </a:pPr>
            <a:r>
              <a:rPr lang="zh-CN" altLang="en-US" sz="1200" b="0" i="0" u="none" strike="noStrike" dirty="0">
                <a:solidFill>
                  <a:srgbClr val="374151"/>
                </a:solidFill>
                <a:effectLst/>
                <a:latin typeface="Söhne"/>
              </a:rPr>
              <a:t>家庭安全评估 </a:t>
            </a:r>
            <a:endParaRPr lang="en-US" altLang="zh-CN" sz="1200" b="0" i="0" u="none" strike="noStrike" dirty="0">
              <a:solidFill>
                <a:srgbClr val="374151"/>
              </a:solidFill>
              <a:effectLst/>
              <a:latin typeface="Söhne"/>
            </a:endParaRPr>
          </a:p>
          <a:p>
            <a:pPr marL="633413" lvl="1" indent="-171450">
              <a:spcBef>
                <a:spcPts val="600"/>
              </a:spcBef>
            </a:pPr>
            <a:r>
              <a:rPr lang="zh-CN" altLang="en-US" sz="1200" b="0" i="0" u="none" strike="noStrike" dirty="0">
                <a:solidFill>
                  <a:srgbClr val="374151"/>
                </a:solidFill>
                <a:effectLst/>
                <a:latin typeface="Söhne"/>
              </a:rPr>
              <a:t>护理计划 </a:t>
            </a:r>
            <a:endParaRPr lang="en-US" altLang="zh-CN" sz="1200" b="0" i="0" u="none" strike="noStrike" dirty="0">
              <a:solidFill>
                <a:srgbClr val="374151"/>
              </a:solidFill>
              <a:effectLst/>
              <a:latin typeface="Söhne"/>
            </a:endParaRPr>
          </a:p>
          <a:p>
            <a:pPr marL="633413" lvl="1" indent="-171450">
              <a:spcBef>
                <a:spcPts val="600"/>
              </a:spcBef>
            </a:pPr>
            <a:r>
              <a:rPr lang="zh-CN" altLang="en-US" sz="1200" b="0" i="0" u="none" strike="noStrike" dirty="0">
                <a:solidFill>
                  <a:srgbClr val="374151"/>
                </a:solidFill>
                <a:effectLst/>
                <a:latin typeface="Söhne"/>
              </a:rPr>
              <a:t>住院治疗 </a:t>
            </a:r>
            <a:endParaRPr lang="en-US" altLang="zh-CN" sz="1200" b="0" i="0" u="none" strike="noStrike" dirty="0">
              <a:solidFill>
                <a:srgbClr val="374151"/>
              </a:solidFill>
              <a:effectLst/>
              <a:latin typeface="Söhne"/>
            </a:endParaRPr>
          </a:p>
          <a:p>
            <a:pPr marL="633413" lvl="1" indent="-171450">
              <a:spcBef>
                <a:spcPts val="600"/>
              </a:spcBef>
            </a:pPr>
            <a:r>
              <a:rPr lang="zh-CN" altLang="en-US" sz="1200" b="0" i="0" u="none" strike="noStrike" dirty="0">
                <a:solidFill>
                  <a:srgbClr val="374151"/>
                </a:solidFill>
                <a:effectLst/>
                <a:latin typeface="Söhne"/>
              </a:rPr>
              <a:t>处方药 </a:t>
            </a:r>
            <a:r>
              <a:rPr lang="en-US" altLang="zh-CN" sz="1200" b="0" i="0" u="none" strike="noStrike" dirty="0">
                <a:solidFill>
                  <a:srgbClr val="374151"/>
                </a:solidFill>
                <a:effectLst/>
                <a:latin typeface="Söhne"/>
              </a:rPr>
              <a:t>- </a:t>
            </a:r>
            <a:r>
              <a:rPr lang="zh-CN" altLang="en-US" sz="1200" b="0" i="0" u="none" strike="noStrike" dirty="0">
                <a:solidFill>
                  <a:srgbClr val="374151"/>
                </a:solidFill>
                <a:effectLst/>
                <a:latin typeface="Söhne"/>
              </a:rPr>
              <a:t>医疗保险第</a:t>
            </a:r>
            <a:r>
              <a:rPr lang="en-US" sz="1200" b="0" i="0" u="none" strike="noStrike" dirty="0">
                <a:solidFill>
                  <a:srgbClr val="374151"/>
                </a:solidFill>
                <a:effectLst/>
                <a:latin typeface="Söhne"/>
              </a:rPr>
              <a:t>D</a:t>
            </a:r>
            <a:r>
              <a:rPr lang="zh-CN" altLang="en-US" sz="1200" b="0" i="0" u="none" strike="noStrike" dirty="0">
                <a:solidFill>
                  <a:srgbClr val="374151"/>
                </a:solidFill>
                <a:effectLst/>
                <a:latin typeface="Söhne"/>
              </a:rPr>
              <a:t>部分</a:t>
            </a:r>
            <a:endParaRPr lang="en-US" sz="1200" b="0" dirty="0">
              <a:latin typeface="+mj-lt"/>
            </a:endParaRPr>
          </a:p>
        </p:txBody>
      </p:sp>
      <p:sp>
        <p:nvSpPr>
          <p:cNvPr id="40" name="Rectangle 39">
            <a:extLst>
              <a:ext uri="{FF2B5EF4-FFF2-40B4-BE49-F238E27FC236}">
                <a16:creationId xmlns:a16="http://schemas.microsoft.com/office/drawing/2014/main" id="{63154342-A9F2-8A53-F6E4-2E467EA0554A}"/>
              </a:ext>
            </a:extLst>
          </p:cNvPr>
          <p:cNvSpPr/>
          <p:nvPr/>
        </p:nvSpPr>
        <p:spPr>
          <a:xfrm>
            <a:off x="1443301" y="1852213"/>
            <a:ext cx="2036188" cy="263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Medicare </a:t>
            </a:r>
            <a:r>
              <a:rPr lang="en-US" sz="1400" b="1" dirty="0" err="1">
                <a:solidFill>
                  <a:schemeClr val="tx1"/>
                </a:solidFill>
              </a:rPr>
              <a:t>覆盖</a:t>
            </a:r>
            <a:endParaRPr lang="en-US" sz="1400" b="1" dirty="0">
              <a:solidFill>
                <a:schemeClr val="tx1"/>
              </a:solidFill>
            </a:endParaRPr>
          </a:p>
        </p:txBody>
      </p:sp>
      <p:sp>
        <p:nvSpPr>
          <p:cNvPr id="41" name="Content Placeholder 1">
            <a:extLst>
              <a:ext uri="{FF2B5EF4-FFF2-40B4-BE49-F238E27FC236}">
                <a16:creationId xmlns:a16="http://schemas.microsoft.com/office/drawing/2014/main" id="{E3B3F9F3-D8F5-13ED-EA1B-8E7C2C7E237D}"/>
              </a:ext>
            </a:extLst>
          </p:cNvPr>
          <p:cNvSpPr txBox="1">
            <a:spLocks/>
          </p:cNvSpPr>
          <p:nvPr/>
        </p:nvSpPr>
        <p:spPr>
          <a:xfrm>
            <a:off x="7836179" y="1984134"/>
            <a:ext cx="3202631" cy="3721341"/>
          </a:xfrm>
          <a:prstGeom prst="rect">
            <a:avLst/>
          </a:prstGeom>
          <a:solidFill>
            <a:schemeClr val="bg1"/>
          </a:solidFill>
          <a:ln w="28575">
            <a:solidFill>
              <a:schemeClr val="accent1"/>
            </a:solidFill>
          </a:ln>
        </p:spPr>
        <p:txBody>
          <a:bodyPr/>
          <a:lstStyle>
            <a:lvl1pPr marL="0" indent="0" algn="l" defTabSz="457189" rtl="0" eaLnBrk="1" latinLnBrk="0" hangingPunct="1">
              <a:spcBef>
                <a:spcPct val="20000"/>
              </a:spcBef>
              <a:buClr>
                <a:schemeClr val="bg1">
                  <a:lumMod val="50000"/>
                </a:schemeClr>
              </a:buClr>
              <a:buFont typeface="Arial"/>
              <a:buNone/>
              <a:defRPr sz="1600" b="1" kern="1200">
                <a:solidFill>
                  <a:schemeClr val="tx1"/>
                </a:solidFill>
                <a:latin typeface="Calibri" panose="020F0502020204030204" pitchFamily="34" charset="0"/>
                <a:ea typeface="+mn-ea"/>
                <a:cs typeface="Calibri" panose="020F0502020204030204" pitchFamily="34" charset="0"/>
              </a:defRPr>
            </a:lvl1pPr>
            <a:lvl2pPr marL="461963" indent="-223838" algn="l" defTabSz="457189" rtl="0" eaLnBrk="1" latinLnBrk="0" hangingPunct="1">
              <a:spcBef>
                <a:spcPct val="20000"/>
              </a:spcBef>
              <a:buClr>
                <a:schemeClr val="bg1">
                  <a:lumMod val="50000"/>
                </a:schemeClr>
              </a:buClr>
              <a:buFont typeface="Arial" panose="020B0604020202020204" pitchFamily="34" charset="0"/>
              <a:buChar char="•"/>
              <a:tabLst/>
              <a:defRPr sz="1600" b="1" kern="1200">
                <a:solidFill>
                  <a:schemeClr val="tx1"/>
                </a:solidFill>
                <a:latin typeface="Calibri" panose="020F0502020204030204" pitchFamily="34" charset="0"/>
                <a:ea typeface="+mn-ea"/>
                <a:cs typeface="Calibri" panose="020F0502020204030204" pitchFamily="34" charset="0"/>
              </a:defRPr>
            </a:lvl2pPr>
            <a:lvl3pPr marL="917575" indent="-231775" algn="l" defTabSz="457189" rtl="0" eaLnBrk="1" latinLnBrk="0" hangingPunct="1">
              <a:spcBef>
                <a:spcPct val="20000"/>
              </a:spcBef>
              <a:buClr>
                <a:schemeClr val="bg1">
                  <a:lumMod val="50000"/>
                </a:schemeClr>
              </a:buClr>
              <a:buFont typeface="System Font Regular"/>
              <a:buChar char="–"/>
              <a:tabLst/>
              <a:defRPr sz="1600" b="1" kern="1200">
                <a:solidFill>
                  <a:schemeClr val="tx1"/>
                </a:solidFill>
                <a:latin typeface="Calibri" panose="020F0502020204030204" pitchFamily="34" charset="0"/>
                <a:ea typeface="+mn-ea"/>
                <a:cs typeface="Calibri" panose="020F0502020204030204" pitchFamily="34" charset="0"/>
              </a:defRPr>
            </a:lvl3pPr>
            <a:lvl4pPr marL="1373188" indent="-223838" algn="l" defTabSz="457189" rtl="0" eaLnBrk="1" latinLnBrk="0" hangingPunct="1">
              <a:spcBef>
                <a:spcPct val="20000"/>
              </a:spcBef>
              <a:buClr>
                <a:schemeClr val="bg1">
                  <a:lumMod val="50000"/>
                </a:schemeClr>
              </a:buClr>
              <a:buFont typeface="Arial" panose="020B0604020202020204" pitchFamily="34" charset="0"/>
              <a:buChar char="•"/>
              <a:tabLst/>
              <a:defRPr sz="1600" b="1" kern="1200">
                <a:solidFill>
                  <a:schemeClr val="tx1"/>
                </a:solidFill>
                <a:latin typeface="Calibri" panose="020F0502020204030204" pitchFamily="34" charset="0"/>
                <a:ea typeface="+mn-ea"/>
                <a:cs typeface="Calibri" panose="020F0502020204030204" pitchFamily="34" charset="0"/>
              </a:defRPr>
            </a:lvl4pPr>
            <a:lvl5pPr marL="1828800" indent="-254000" algn="l" defTabSz="457189" rtl="0" eaLnBrk="1" latinLnBrk="0" hangingPunct="1">
              <a:spcBef>
                <a:spcPct val="20000"/>
              </a:spcBef>
              <a:buClr>
                <a:schemeClr val="bg1">
                  <a:lumMod val="50000"/>
                </a:schemeClr>
              </a:buClr>
              <a:buFont typeface="System Font Regular"/>
              <a:buChar char="–"/>
              <a:tabLst/>
              <a:defRPr sz="1600" b="1" kern="1200">
                <a:solidFill>
                  <a:schemeClr val="tx1"/>
                </a:solidFill>
                <a:latin typeface="Calibri" panose="020F0502020204030204" pitchFamily="34" charset="0"/>
                <a:ea typeface="+mn-ea"/>
                <a:cs typeface="Calibri" panose="020F0502020204030204" pitchFamily="34" charset="0"/>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600"/>
              </a:spcBef>
            </a:pPr>
            <a:endParaRPr lang="en-US" sz="1200" dirty="0">
              <a:latin typeface="+mj-lt"/>
            </a:endParaRPr>
          </a:p>
          <a:p>
            <a:pPr marL="171450" indent="-171450">
              <a:spcBef>
                <a:spcPts val="600"/>
              </a:spcBef>
              <a:buFont typeface="Arial" panose="020B0604020202020204" pitchFamily="34" charset="0"/>
              <a:buChar char="•"/>
            </a:pPr>
            <a:r>
              <a:rPr lang="zh-CN" altLang="en-US" sz="1200" b="0" i="0" u="none" strike="noStrike" dirty="0">
                <a:solidFill>
                  <a:srgbClr val="374151"/>
                </a:solidFill>
                <a:effectLst/>
                <a:latin typeface="Söhne"/>
              </a:rPr>
              <a:t>基于价值的支付方式适用于医疗保险优势计划的人群 </a:t>
            </a:r>
            <a:endParaRPr lang="en-US" altLang="zh-CN" sz="1200" b="0" i="0" u="none" strike="noStrike" dirty="0">
              <a:solidFill>
                <a:srgbClr val="374151"/>
              </a:solidFill>
              <a:effectLst/>
              <a:latin typeface="Söhne"/>
            </a:endParaRPr>
          </a:p>
          <a:p>
            <a:pPr marL="171450" indent="-171450">
              <a:spcBef>
                <a:spcPts val="600"/>
              </a:spcBef>
              <a:buFont typeface="Arial" panose="020B0604020202020204" pitchFamily="34" charset="0"/>
              <a:buChar char="•"/>
            </a:pPr>
            <a:r>
              <a:rPr lang="zh-CN" altLang="en-US" sz="1200" b="0" i="0" u="none" strike="noStrike" dirty="0">
                <a:solidFill>
                  <a:srgbClr val="374151"/>
                </a:solidFill>
                <a:effectLst/>
                <a:latin typeface="Söhne"/>
              </a:rPr>
              <a:t>医疗保险优势计划基于固定支付制度 </a:t>
            </a:r>
            <a:endParaRPr lang="en-US" altLang="zh-CN" sz="1200" b="0" i="0" u="none" strike="noStrike" dirty="0">
              <a:solidFill>
                <a:srgbClr val="374151"/>
              </a:solidFill>
              <a:effectLst/>
              <a:latin typeface="Söhne"/>
            </a:endParaRPr>
          </a:p>
          <a:p>
            <a:pPr marL="633413" lvl="1" indent="-171450">
              <a:spcBef>
                <a:spcPts val="600"/>
              </a:spcBef>
            </a:pPr>
            <a:r>
              <a:rPr lang="zh-CN" altLang="en-US" sz="1200" b="0" i="0" u="none" strike="noStrike" dirty="0">
                <a:solidFill>
                  <a:srgbClr val="374151"/>
                </a:solidFill>
                <a:effectLst/>
                <a:latin typeface="Söhne"/>
              </a:rPr>
              <a:t>美国医疗保险和医疗补助服务中心（</a:t>
            </a:r>
            <a:r>
              <a:rPr lang="en-US" sz="1200" b="0" i="0" u="none" strike="noStrike" dirty="0">
                <a:solidFill>
                  <a:srgbClr val="374151"/>
                </a:solidFill>
                <a:effectLst/>
                <a:latin typeface="Söhne"/>
              </a:rPr>
              <a:t>CMS）</a:t>
            </a:r>
            <a:r>
              <a:rPr lang="zh-CN" altLang="en-US" sz="1200" b="0" i="0" u="none" strike="noStrike" dirty="0">
                <a:solidFill>
                  <a:srgbClr val="374151"/>
                </a:solidFill>
                <a:effectLst/>
                <a:latin typeface="Söhne"/>
              </a:rPr>
              <a:t>向医疗保险优势计划支付固定的预付款金额，以覆盖每位受益人的医疗保健费用。</a:t>
            </a:r>
            <a:endParaRPr lang="en-US" sz="1200" b="0" dirty="0">
              <a:latin typeface="+mj-lt"/>
            </a:endParaRPr>
          </a:p>
        </p:txBody>
      </p:sp>
      <p:sp>
        <p:nvSpPr>
          <p:cNvPr id="42" name="Content Placeholder 1">
            <a:extLst>
              <a:ext uri="{FF2B5EF4-FFF2-40B4-BE49-F238E27FC236}">
                <a16:creationId xmlns:a16="http://schemas.microsoft.com/office/drawing/2014/main" id="{FF7A2222-CD36-538D-DAE6-FE7DC3279AB0}"/>
              </a:ext>
            </a:extLst>
          </p:cNvPr>
          <p:cNvSpPr txBox="1">
            <a:spLocks/>
          </p:cNvSpPr>
          <p:nvPr/>
        </p:nvSpPr>
        <p:spPr>
          <a:xfrm>
            <a:off x="4293211" y="1984134"/>
            <a:ext cx="3202631" cy="3721341"/>
          </a:xfrm>
          <a:prstGeom prst="rect">
            <a:avLst/>
          </a:prstGeom>
          <a:solidFill>
            <a:schemeClr val="bg1"/>
          </a:solidFill>
          <a:ln w="28575">
            <a:solidFill>
              <a:schemeClr val="accent1"/>
            </a:solidFill>
          </a:ln>
        </p:spPr>
        <p:txBody>
          <a:bodyPr/>
          <a:lstStyle>
            <a:lvl1pPr marL="0" indent="0" algn="l" defTabSz="457189" rtl="0" eaLnBrk="1" latinLnBrk="0" hangingPunct="1">
              <a:spcBef>
                <a:spcPct val="20000"/>
              </a:spcBef>
              <a:buClr>
                <a:schemeClr val="bg1">
                  <a:lumMod val="50000"/>
                </a:schemeClr>
              </a:buClr>
              <a:buFont typeface="Arial"/>
              <a:buNone/>
              <a:defRPr sz="1600" b="1" kern="1200">
                <a:solidFill>
                  <a:schemeClr val="tx1"/>
                </a:solidFill>
                <a:latin typeface="Calibri" panose="020F0502020204030204" pitchFamily="34" charset="0"/>
                <a:ea typeface="+mn-ea"/>
                <a:cs typeface="Calibri" panose="020F0502020204030204" pitchFamily="34" charset="0"/>
              </a:defRPr>
            </a:lvl1pPr>
            <a:lvl2pPr marL="461963" indent="-223838" algn="l" defTabSz="457189" rtl="0" eaLnBrk="1" latinLnBrk="0" hangingPunct="1">
              <a:spcBef>
                <a:spcPct val="20000"/>
              </a:spcBef>
              <a:buClr>
                <a:schemeClr val="bg1">
                  <a:lumMod val="50000"/>
                </a:schemeClr>
              </a:buClr>
              <a:buFont typeface="Arial" panose="020B0604020202020204" pitchFamily="34" charset="0"/>
              <a:buChar char="•"/>
              <a:tabLst/>
              <a:defRPr sz="1600" b="1" kern="1200">
                <a:solidFill>
                  <a:schemeClr val="tx1"/>
                </a:solidFill>
                <a:latin typeface="Calibri" panose="020F0502020204030204" pitchFamily="34" charset="0"/>
                <a:ea typeface="+mn-ea"/>
                <a:cs typeface="Calibri" panose="020F0502020204030204" pitchFamily="34" charset="0"/>
              </a:defRPr>
            </a:lvl2pPr>
            <a:lvl3pPr marL="917575" indent="-231775" algn="l" defTabSz="457189" rtl="0" eaLnBrk="1" latinLnBrk="0" hangingPunct="1">
              <a:spcBef>
                <a:spcPct val="20000"/>
              </a:spcBef>
              <a:buClr>
                <a:schemeClr val="bg1">
                  <a:lumMod val="50000"/>
                </a:schemeClr>
              </a:buClr>
              <a:buFont typeface="System Font Regular"/>
              <a:buChar char="–"/>
              <a:tabLst/>
              <a:defRPr sz="1600" b="1" kern="1200">
                <a:solidFill>
                  <a:schemeClr val="tx1"/>
                </a:solidFill>
                <a:latin typeface="Calibri" panose="020F0502020204030204" pitchFamily="34" charset="0"/>
                <a:ea typeface="+mn-ea"/>
                <a:cs typeface="Calibri" panose="020F0502020204030204" pitchFamily="34" charset="0"/>
              </a:defRPr>
            </a:lvl3pPr>
            <a:lvl4pPr marL="1373188" indent="-223838" algn="l" defTabSz="457189" rtl="0" eaLnBrk="1" latinLnBrk="0" hangingPunct="1">
              <a:spcBef>
                <a:spcPct val="20000"/>
              </a:spcBef>
              <a:buClr>
                <a:schemeClr val="bg1">
                  <a:lumMod val="50000"/>
                </a:schemeClr>
              </a:buClr>
              <a:buFont typeface="Arial" panose="020B0604020202020204" pitchFamily="34" charset="0"/>
              <a:buChar char="•"/>
              <a:tabLst/>
              <a:defRPr sz="1600" b="1" kern="1200">
                <a:solidFill>
                  <a:schemeClr val="tx1"/>
                </a:solidFill>
                <a:latin typeface="Calibri" panose="020F0502020204030204" pitchFamily="34" charset="0"/>
                <a:ea typeface="+mn-ea"/>
                <a:cs typeface="Calibri" panose="020F0502020204030204" pitchFamily="34" charset="0"/>
              </a:defRPr>
            </a:lvl4pPr>
            <a:lvl5pPr marL="1828800" indent="-254000" algn="l" defTabSz="457189" rtl="0" eaLnBrk="1" latinLnBrk="0" hangingPunct="1">
              <a:spcBef>
                <a:spcPct val="20000"/>
              </a:spcBef>
              <a:buClr>
                <a:schemeClr val="bg1">
                  <a:lumMod val="50000"/>
                </a:schemeClr>
              </a:buClr>
              <a:buFont typeface="System Font Regular"/>
              <a:buChar char="–"/>
              <a:tabLst/>
              <a:defRPr sz="1600" b="1" kern="1200">
                <a:solidFill>
                  <a:schemeClr val="tx1"/>
                </a:solidFill>
                <a:latin typeface="Calibri" panose="020F0502020204030204" pitchFamily="34" charset="0"/>
                <a:ea typeface="+mn-ea"/>
                <a:cs typeface="Calibri" panose="020F0502020204030204" pitchFamily="34" charset="0"/>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600"/>
              </a:spcBef>
            </a:pPr>
            <a:endParaRPr lang="en-US" sz="1200" dirty="0">
              <a:latin typeface="+mj-lt"/>
            </a:endParaRPr>
          </a:p>
          <a:p>
            <a:pPr marL="171450" indent="-171450">
              <a:spcBef>
                <a:spcPts val="600"/>
              </a:spcBef>
              <a:buFont typeface="Arial" panose="020B0604020202020204" pitchFamily="34" charset="0"/>
              <a:buChar char="•"/>
            </a:pPr>
            <a:r>
              <a:rPr lang="zh-CN" altLang="en-US" sz="1200" b="0" i="0" u="none" strike="noStrike" dirty="0">
                <a:solidFill>
                  <a:srgbClr val="374151"/>
                </a:solidFill>
                <a:effectLst/>
                <a:latin typeface="Söhne"/>
              </a:rPr>
              <a:t>医疗保险优势计划（</a:t>
            </a:r>
            <a:r>
              <a:rPr lang="en-US" sz="1200" b="0" i="0" u="none" strike="noStrike" dirty="0">
                <a:solidFill>
                  <a:srgbClr val="374151"/>
                </a:solidFill>
                <a:effectLst/>
                <a:latin typeface="Söhne"/>
              </a:rPr>
              <a:t>Medicare Advantage Plans），</a:t>
            </a:r>
            <a:r>
              <a:rPr lang="zh-CN" altLang="en-US" sz="1200" b="0" i="0" u="none" strike="noStrike" dirty="0">
                <a:solidFill>
                  <a:srgbClr val="374151"/>
                </a:solidFill>
                <a:effectLst/>
                <a:latin typeface="Söhne"/>
              </a:rPr>
              <a:t>有时也称为“</a:t>
            </a:r>
            <a:r>
              <a:rPr lang="en-US" sz="1200" b="0" i="0" u="none" strike="noStrike" dirty="0">
                <a:solidFill>
                  <a:srgbClr val="374151"/>
                </a:solidFill>
                <a:effectLst/>
                <a:latin typeface="Söhne"/>
              </a:rPr>
              <a:t>C</a:t>
            </a:r>
            <a:r>
              <a:rPr lang="zh-CN" altLang="en-US" sz="1200" b="0" i="0" u="none" strike="noStrike" dirty="0">
                <a:solidFill>
                  <a:srgbClr val="374151"/>
                </a:solidFill>
                <a:effectLst/>
                <a:latin typeface="Söhne"/>
              </a:rPr>
              <a:t>部分”或“</a:t>
            </a:r>
            <a:r>
              <a:rPr lang="en-US" sz="1200" b="0" i="0" u="none" strike="noStrike" dirty="0">
                <a:solidFill>
                  <a:srgbClr val="374151"/>
                </a:solidFill>
                <a:effectLst/>
                <a:latin typeface="Söhne"/>
              </a:rPr>
              <a:t>MA</a:t>
            </a:r>
            <a:r>
              <a:rPr lang="zh-CN" altLang="en-US" sz="1200" b="0" i="0" u="none" strike="noStrike" dirty="0">
                <a:solidFill>
                  <a:srgbClr val="374151"/>
                </a:solidFill>
                <a:effectLst/>
                <a:latin typeface="Söhne"/>
              </a:rPr>
              <a:t>计划”，由经过医疗保险批准的私营公司提供</a:t>
            </a:r>
            <a:endParaRPr lang="en-US" altLang="zh-CN" sz="1200" b="0" i="0" u="none" strike="noStrike" dirty="0">
              <a:solidFill>
                <a:srgbClr val="374151"/>
              </a:solidFill>
              <a:effectLst/>
              <a:latin typeface="Söhne"/>
            </a:endParaRPr>
          </a:p>
          <a:p>
            <a:pPr marL="171450" indent="-171450">
              <a:spcBef>
                <a:spcPts val="600"/>
              </a:spcBef>
              <a:buFont typeface="Arial" panose="020B0604020202020204" pitchFamily="34" charset="0"/>
              <a:buChar char="•"/>
            </a:pPr>
            <a:r>
              <a:rPr lang="zh-CN" altLang="en-US" sz="1200" b="0" i="0" u="none" strike="noStrike" dirty="0">
                <a:solidFill>
                  <a:srgbClr val="374151"/>
                </a:solidFill>
                <a:effectLst/>
                <a:latin typeface="Söhne"/>
              </a:rPr>
              <a:t>医疗保险支付这些公司来为您提供保险覆盖。加入医疗保险优势计划（</a:t>
            </a:r>
            <a:r>
              <a:rPr lang="en-US" sz="1200" b="0" i="0" u="none" strike="noStrike" dirty="0">
                <a:solidFill>
                  <a:srgbClr val="374151"/>
                </a:solidFill>
                <a:effectLst/>
                <a:latin typeface="Söhne"/>
              </a:rPr>
              <a:t>MA）</a:t>
            </a:r>
            <a:r>
              <a:rPr lang="zh-CN" altLang="en-US" sz="1200" b="0" i="0" u="none" strike="noStrike" dirty="0">
                <a:solidFill>
                  <a:srgbClr val="374151"/>
                </a:solidFill>
                <a:effectLst/>
                <a:latin typeface="Söhne"/>
              </a:rPr>
              <a:t>的人数很快将超过传统医疗保险（</a:t>
            </a:r>
            <a:r>
              <a:rPr lang="en-US" sz="1200" b="0" i="0" u="none" strike="noStrike" dirty="0">
                <a:solidFill>
                  <a:srgbClr val="374151"/>
                </a:solidFill>
                <a:effectLst/>
                <a:latin typeface="Söhne"/>
              </a:rPr>
              <a:t>TM）</a:t>
            </a:r>
            <a:r>
              <a:rPr lang="zh-CN" altLang="en-US" sz="1200" b="0" i="0" u="none" strike="noStrike" dirty="0">
                <a:solidFill>
                  <a:srgbClr val="374151"/>
                </a:solidFill>
                <a:effectLst/>
                <a:latin typeface="Söhne"/>
              </a:rPr>
              <a:t>的人数</a:t>
            </a:r>
            <a:endParaRPr lang="en-US" sz="1200" dirty="0">
              <a:latin typeface="+mj-lt"/>
            </a:endParaRPr>
          </a:p>
          <a:p>
            <a:pPr>
              <a:spcBef>
                <a:spcPts val="600"/>
              </a:spcBef>
            </a:pPr>
            <a:endParaRPr lang="en-US" sz="1200" dirty="0">
              <a:latin typeface="+mj-lt"/>
            </a:endParaRPr>
          </a:p>
        </p:txBody>
      </p:sp>
      <p:sp>
        <p:nvSpPr>
          <p:cNvPr id="47" name="Rectangle 46">
            <a:extLst>
              <a:ext uri="{FF2B5EF4-FFF2-40B4-BE49-F238E27FC236}">
                <a16:creationId xmlns:a16="http://schemas.microsoft.com/office/drawing/2014/main" id="{B9705925-A596-E8FA-A11F-26C3286CD925}"/>
              </a:ext>
            </a:extLst>
          </p:cNvPr>
          <p:cNvSpPr/>
          <p:nvPr/>
        </p:nvSpPr>
        <p:spPr>
          <a:xfrm>
            <a:off x="8712513" y="1852213"/>
            <a:ext cx="1582054" cy="263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MA </a:t>
            </a:r>
            <a:r>
              <a:rPr lang="en-US" sz="1400" b="1" dirty="0" err="1">
                <a:solidFill>
                  <a:schemeClr val="tx1"/>
                </a:solidFill>
              </a:rPr>
              <a:t>支付</a:t>
            </a:r>
            <a:endParaRPr lang="en-US" sz="1400" b="1" dirty="0">
              <a:solidFill>
                <a:schemeClr val="tx1"/>
              </a:solidFill>
            </a:endParaRPr>
          </a:p>
        </p:txBody>
      </p:sp>
      <p:sp>
        <p:nvSpPr>
          <p:cNvPr id="48" name="Rectangle 47">
            <a:extLst>
              <a:ext uri="{FF2B5EF4-FFF2-40B4-BE49-F238E27FC236}">
                <a16:creationId xmlns:a16="http://schemas.microsoft.com/office/drawing/2014/main" id="{3E4DF13F-C51F-4D03-C9EB-4641DDACA77E}"/>
              </a:ext>
            </a:extLst>
          </p:cNvPr>
          <p:cNvSpPr/>
          <p:nvPr/>
        </p:nvSpPr>
        <p:spPr>
          <a:xfrm>
            <a:off x="4857182" y="1852214"/>
            <a:ext cx="2130759" cy="263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Medicare Advantage</a:t>
            </a:r>
            <a:r>
              <a:rPr lang="zh-CN" altLang="en-US" sz="1400" b="1" dirty="0">
                <a:solidFill>
                  <a:schemeClr val="tx1"/>
                </a:solidFill>
              </a:rPr>
              <a:t> </a:t>
            </a:r>
            <a:r>
              <a:rPr lang="en-US" altLang="zh-CN" sz="1400" b="1" dirty="0">
                <a:solidFill>
                  <a:schemeClr val="tx1"/>
                </a:solidFill>
              </a:rPr>
              <a:t>(MA)</a:t>
            </a:r>
            <a:endParaRPr lang="en-US" sz="1400" b="1" dirty="0">
              <a:solidFill>
                <a:schemeClr val="tx1"/>
              </a:solidFill>
            </a:endParaRPr>
          </a:p>
        </p:txBody>
      </p:sp>
    </p:spTree>
    <p:extLst>
      <p:ext uri="{BB962C8B-B14F-4D97-AF65-F5344CB8AC3E}">
        <p14:creationId xmlns:p14="http://schemas.microsoft.com/office/powerpoint/2010/main" val="3081879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36513AC-D8B3-A6D6-2FFF-7DCAF219B26C}"/>
              </a:ext>
            </a:extLst>
          </p:cNvPr>
          <p:cNvSpPr>
            <a:spLocks noGrp="1"/>
          </p:cNvSpPr>
          <p:nvPr>
            <p:ph type="title"/>
          </p:nvPr>
        </p:nvSpPr>
        <p:spPr>
          <a:xfrm>
            <a:off x="1106904" y="649705"/>
            <a:ext cx="11188698" cy="579488"/>
          </a:xfrm>
        </p:spPr>
        <p:txBody>
          <a:bodyPr/>
          <a:lstStyle/>
          <a:p>
            <a:r>
              <a:rPr lang="zh-CN" altLang="en-US" sz="2800" b="1" i="0" u="none" strike="noStrike" dirty="0">
                <a:solidFill>
                  <a:srgbClr val="374151"/>
                </a:solidFill>
                <a:effectLst/>
                <a:latin typeface="Söhne"/>
              </a:rPr>
              <a:t>可用于阿尔茨海默病治疗的药物有限，市场尚待开发</a:t>
            </a:r>
            <a:endParaRPr lang="en-US" sz="2800" b="1" dirty="0"/>
          </a:p>
        </p:txBody>
      </p:sp>
      <p:graphicFrame>
        <p:nvGraphicFramePr>
          <p:cNvPr id="4" name="Table 3">
            <a:extLst>
              <a:ext uri="{FF2B5EF4-FFF2-40B4-BE49-F238E27FC236}">
                <a16:creationId xmlns:a16="http://schemas.microsoft.com/office/drawing/2014/main" id="{D207F3BE-8CE0-AD80-B276-4921962B18C0}"/>
              </a:ext>
            </a:extLst>
          </p:cNvPr>
          <p:cNvGraphicFramePr>
            <a:graphicFrameLocks noGrp="1"/>
          </p:cNvGraphicFramePr>
          <p:nvPr>
            <p:extLst>
              <p:ext uri="{D42A27DB-BD31-4B8C-83A1-F6EECF244321}">
                <p14:modId xmlns:p14="http://schemas.microsoft.com/office/powerpoint/2010/main" val="3060625376"/>
              </p:ext>
            </p:extLst>
          </p:nvPr>
        </p:nvGraphicFramePr>
        <p:xfrm>
          <a:off x="1106904" y="1381715"/>
          <a:ext cx="10318284" cy="4826580"/>
        </p:xfrm>
        <a:graphic>
          <a:graphicData uri="http://schemas.openxmlformats.org/drawingml/2006/table">
            <a:tbl>
              <a:tblPr firstRow="1" bandRow="1">
                <a:tableStyleId>{69012ECD-51FC-41F1-AA8D-1B2483CD663E}</a:tableStyleId>
              </a:tblPr>
              <a:tblGrid>
                <a:gridCol w="1051654">
                  <a:extLst>
                    <a:ext uri="{9D8B030D-6E8A-4147-A177-3AD203B41FA5}">
                      <a16:colId xmlns:a16="http://schemas.microsoft.com/office/drawing/2014/main" val="2293961131"/>
                    </a:ext>
                  </a:extLst>
                </a:gridCol>
                <a:gridCol w="1671389">
                  <a:extLst>
                    <a:ext uri="{9D8B030D-6E8A-4147-A177-3AD203B41FA5}">
                      <a16:colId xmlns:a16="http://schemas.microsoft.com/office/drawing/2014/main" val="1162240863"/>
                    </a:ext>
                  </a:extLst>
                </a:gridCol>
                <a:gridCol w="1941266">
                  <a:extLst>
                    <a:ext uri="{9D8B030D-6E8A-4147-A177-3AD203B41FA5}">
                      <a16:colId xmlns:a16="http://schemas.microsoft.com/office/drawing/2014/main" val="2648990186"/>
                    </a:ext>
                  </a:extLst>
                </a:gridCol>
                <a:gridCol w="1870994">
                  <a:extLst>
                    <a:ext uri="{9D8B030D-6E8A-4147-A177-3AD203B41FA5}">
                      <a16:colId xmlns:a16="http://schemas.microsoft.com/office/drawing/2014/main" val="1984032130"/>
                    </a:ext>
                  </a:extLst>
                </a:gridCol>
                <a:gridCol w="2090594">
                  <a:extLst>
                    <a:ext uri="{9D8B030D-6E8A-4147-A177-3AD203B41FA5}">
                      <a16:colId xmlns:a16="http://schemas.microsoft.com/office/drawing/2014/main" val="2824824177"/>
                    </a:ext>
                  </a:extLst>
                </a:gridCol>
                <a:gridCol w="1692387">
                  <a:extLst>
                    <a:ext uri="{9D8B030D-6E8A-4147-A177-3AD203B41FA5}">
                      <a16:colId xmlns:a16="http://schemas.microsoft.com/office/drawing/2014/main" val="3004400440"/>
                    </a:ext>
                  </a:extLst>
                </a:gridCol>
              </a:tblGrid>
              <a:tr h="463165">
                <a:tc>
                  <a:txBody>
                    <a:bodyPr/>
                    <a:lstStyle/>
                    <a:p>
                      <a:pPr algn="ctr"/>
                      <a:r>
                        <a:rPr lang="en-US" sz="1200" dirty="0">
                          <a:solidFill>
                            <a:srgbClr val="FFFFFF"/>
                          </a:solidFill>
                        </a:rPr>
                        <a:t>Asset</a:t>
                      </a:r>
                    </a:p>
                  </a:txBody>
                  <a:tcPr marL="121920" marR="121920" marT="60960" marB="60960" anchor="ctr"/>
                </a:tc>
                <a:tc>
                  <a:txBody>
                    <a:bodyPr/>
                    <a:lstStyle/>
                    <a:p>
                      <a:pPr marL="0" algn="ctr" defTabSz="914377" rtl="0" eaLnBrk="1" latinLnBrk="0" hangingPunct="1"/>
                      <a:r>
                        <a:rPr lang="en-US" sz="1200" b="1" kern="1200" dirty="0" err="1">
                          <a:solidFill>
                            <a:srgbClr val="FFFFFF"/>
                          </a:solidFill>
                          <a:latin typeface="+mn-lt"/>
                          <a:ea typeface="+mn-ea"/>
                          <a:cs typeface="+mn-cs"/>
                        </a:rPr>
                        <a:t>Aduhelm</a:t>
                      </a:r>
                      <a:r>
                        <a:rPr lang="en-US" sz="1200" b="1" kern="1200" dirty="0">
                          <a:solidFill>
                            <a:srgbClr val="FFFFFF"/>
                          </a:solidFill>
                          <a:latin typeface="+mn-lt"/>
                          <a:ea typeface="+mn-ea"/>
                          <a:cs typeface="+mn-cs"/>
                        </a:rPr>
                        <a:t> (</a:t>
                      </a:r>
                      <a:r>
                        <a:rPr lang="en-US" sz="1200" b="1" kern="1200" dirty="0" err="1">
                          <a:solidFill>
                            <a:srgbClr val="FFFFFF"/>
                          </a:solidFill>
                          <a:latin typeface="+mn-lt"/>
                          <a:ea typeface="+mn-ea"/>
                          <a:cs typeface="+mn-cs"/>
                        </a:rPr>
                        <a:t>aducanumabavwa</a:t>
                      </a:r>
                      <a:r>
                        <a:rPr lang="en-US" sz="1200" b="1" kern="1200" dirty="0">
                          <a:solidFill>
                            <a:srgbClr val="FFFFFF"/>
                          </a:solidFill>
                          <a:latin typeface="+mn-lt"/>
                          <a:ea typeface="+mn-ea"/>
                          <a:cs typeface="+mn-cs"/>
                        </a:rPr>
                        <a:t>)</a:t>
                      </a:r>
                    </a:p>
                  </a:txBody>
                  <a:tcPr marL="121920" marR="121920" marT="60960" marB="60960" anchor="ctr"/>
                </a:tc>
                <a:tc>
                  <a:txBody>
                    <a:bodyPr/>
                    <a:lstStyle/>
                    <a:p>
                      <a:pPr marL="0" algn="ctr" defTabSz="914377" rtl="0" eaLnBrk="1" latinLnBrk="0" hangingPunct="1"/>
                      <a:r>
                        <a:rPr lang="en-US" sz="1200" b="1" kern="1200" dirty="0" err="1">
                          <a:solidFill>
                            <a:srgbClr val="FFFFFF"/>
                          </a:solidFill>
                          <a:latin typeface="+mn-lt"/>
                          <a:ea typeface="+mn-ea"/>
                          <a:cs typeface="+mn-cs"/>
                        </a:rPr>
                        <a:t>Lecanemab</a:t>
                      </a:r>
                      <a:r>
                        <a:rPr lang="en-US" sz="1200" b="1" kern="1200" dirty="0">
                          <a:solidFill>
                            <a:srgbClr val="FFFFFF"/>
                          </a:solidFill>
                          <a:latin typeface="+mn-lt"/>
                          <a:ea typeface="+mn-ea"/>
                          <a:cs typeface="+mn-cs"/>
                        </a:rPr>
                        <a:t> </a:t>
                      </a:r>
                    </a:p>
                  </a:txBody>
                  <a:tcPr marL="121920" marR="121920" marT="60960" marB="60960" anchor="ctr"/>
                </a:tc>
                <a:tc>
                  <a:txBody>
                    <a:bodyPr/>
                    <a:lstStyle/>
                    <a:p>
                      <a:pPr marL="0" algn="ctr" defTabSz="914377" rtl="0" eaLnBrk="1" latinLnBrk="0" hangingPunct="1"/>
                      <a:r>
                        <a:rPr lang="en-US" sz="1200" b="1" kern="1200" dirty="0" err="1">
                          <a:solidFill>
                            <a:srgbClr val="FFFFFF"/>
                          </a:solidFill>
                          <a:latin typeface="+mn-lt"/>
                          <a:ea typeface="+mn-ea"/>
                          <a:cs typeface="+mn-cs"/>
                        </a:rPr>
                        <a:t>donanemab</a:t>
                      </a:r>
                      <a:endParaRPr lang="en-US" sz="1200" b="1" kern="1200" dirty="0">
                        <a:solidFill>
                          <a:srgbClr val="FFFFFF"/>
                        </a:solidFill>
                        <a:latin typeface="+mn-lt"/>
                        <a:ea typeface="+mn-ea"/>
                        <a:cs typeface="+mn-cs"/>
                      </a:endParaRPr>
                    </a:p>
                  </a:txBody>
                  <a:tcPr marL="121920" marR="121920" marT="60960" marB="60960" anchor="ctr"/>
                </a:tc>
                <a:tc>
                  <a:txBody>
                    <a:bodyPr/>
                    <a:lstStyle/>
                    <a:p>
                      <a:pPr marL="0" algn="ctr" defTabSz="914377" rtl="0" eaLnBrk="1" latinLnBrk="0" hangingPunct="1"/>
                      <a:r>
                        <a:rPr lang="en-US" sz="1200" b="1" kern="1200" dirty="0">
                          <a:solidFill>
                            <a:srgbClr val="FFFFFF"/>
                          </a:solidFill>
                          <a:latin typeface="+mn-lt"/>
                          <a:ea typeface="+mn-ea"/>
                          <a:cs typeface="+mn-cs"/>
                        </a:rPr>
                        <a:t>CogTx-001</a:t>
                      </a:r>
                    </a:p>
                  </a:txBody>
                  <a:tcPr marL="121920" marR="121920" marT="60960" marB="60960" anchor="ctr"/>
                </a:tc>
                <a:tc>
                  <a:txBody>
                    <a:bodyPr/>
                    <a:lstStyle/>
                    <a:p>
                      <a:pPr marL="0" algn="ctr" defTabSz="914377" rtl="0" eaLnBrk="1" latinLnBrk="0" hangingPunct="1"/>
                      <a:r>
                        <a:rPr lang="en-US" sz="1200" b="1" kern="1200" dirty="0">
                          <a:solidFill>
                            <a:srgbClr val="FFFFFF"/>
                          </a:solidFill>
                          <a:latin typeface="+mn-lt"/>
                          <a:ea typeface="+mn-ea"/>
                          <a:cs typeface="+mn-cs"/>
                        </a:rPr>
                        <a:t>Gamma device</a:t>
                      </a:r>
                    </a:p>
                  </a:txBody>
                  <a:tcPr marL="121920" marR="121920" marT="60960" marB="60960" anchor="ctr"/>
                </a:tc>
                <a:extLst>
                  <a:ext uri="{0D108BD9-81ED-4DB2-BD59-A6C34878D82A}">
                    <a16:rowId xmlns:a16="http://schemas.microsoft.com/office/drawing/2014/main" val="2057360796"/>
                  </a:ext>
                </a:extLst>
              </a:tr>
              <a:tr h="289478">
                <a:tc>
                  <a:txBody>
                    <a:bodyPr/>
                    <a:lstStyle/>
                    <a:p>
                      <a:r>
                        <a:rPr lang="en-GB" sz="1200" b="1" dirty="0" err="1"/>
                        <a:t>公司</a:t>
                      </a:r>
                      <a:endParaRPr lang="en-GB" sz="1200" b="1" dirty="0"/>
                    </a:p>
                  </a:txBody>
                  <a:tcPr anchor="ctr">
                    <a:solidFill>
                      <a:srgbClr val="FEF8F9"/>
                    </a:solidFill>
                  </a:tcPr>
                </a:tc>
                <a:tc>
                  <a:txBody>
                    <a:bodyPr/>
                    <a:lstStyle/>
                    <a:p>
                      <a:pPr marL="0" algn="l" defTabSz="914377" rtl="0" eaLnBrk="1" latinLnBrk="0" hangingPunct="1"/>
                      <a:r>
                        <a:rPr lang="en-US" sz="1200" b="1" kern="1200" dirty="0">
                          <a:solidFill>
                            <a:schemeClr val="tx1"/>
                          </a:solidFill>
                          <a:latin typeface="+mn-lt"/>
                          <a:ea typeface="+mn-ea"/>
                          <a:cs typeface="+mn-cs"/>
                        </a:rPr>
                        <a:t>Biogen</a:t>
                      </a:r>
                    </a:p>
                  </a:txBody>
                  <a:tcPr marL="121920" marR="121920" marT="60960" marB="60960" anchor="ctr">
                    <a:solidFill>
                      <a:srgbClr val="FEF8F9"/>
                    </a:solidFill>
                  </a:tcPr>
                </a:tc>
                <a:tc>
                  <a:txBody>
                    <a:bodyPr/>
                    <a:lstStyle/>
                    <a:p>
                      <a:pPr marL="0" algn="l" defTabSz="914377" rtl="0" eaLnBrk="1" latinLnBrk="0" hangingPunct="1"/>
                      <a:r>
                        <a:rPr lang="en-US" sz="1200" b="1" kern="1200" dirty="0">
                          <a:solidFill>
                            <a:schemeClr val="tx1"/>
                          </a:solidFill>
                          <a:latin typeface="+mn-lt"/>
                          <a:ea typeface="+mn-ea"/>
                          <a:cs typeface="+mn-cs"/>
                        </a:rPr>
                        <a:t>Eisai and Biogen</a:t>
                      </a:r>
                    </a:p>
                  </a:txBody>
                  <a:tcPr marL="121920" marR="121920" marT="60960" marB="60960" anchor="ctr">
                    <a:solidFill>
                      <a:srgbClr val="FEF8F9"/>
                    </a:solidFill>
                  </a:tcPr>
                </a:tc>
                <a:tc>
                  <a:txBody>
                    <a:bodyPr/>
                    <a:lstStyle/>
                    <a:p>
                      <a:pPr marL="0" algn="l" defTabSz="914377" rtl="0" eaLnBrk="1" latinLnBrk="0" hangingPunct="1"/>
                      <a:r>
                        <a:rPr lang="en-US" sz="1200" b="1" kern="1200" dirty="0">
                          <a:solidFill>
                            <a:schemeClr val="tx1"/>
                          </a:solidFill>
                          <a:latin typeface="+mn-lt"/>
                          <a:ea typeface="+mn-ea"/>
                          <a:cs typeface="+mn-cs"/>
                        </a:rPr>
                        <a:t>Eli </a:t>
                      </a:r>
                      <a:r>
                        <a:rPr lang="en-US" sz="1200" b="1" kern="1200" dirty="0" err="1">
                          <a:solidFill>
                            <a:schemeClr val="tx1"/>
                          </a:solidFill>
                          <a:latin typeface="+mn-lt"/>
                          <a:ea typeface="+mn-ea"/>
                          <a:cs typeface="+mn-cs"/>
                        </a:rPr>
                        <a:t>lilly</a:t>
                      </a:r>
                      <a:endParaRPr lang="en-US" sz="1200" b="1" kern="1200" dirty="0">
                        <a:solidFill>
                          <a:schemeClr val="tx1"/>
                        </a:solidFill>
                        <a:latin typeface="+mn-lt"/>
                        <a:ea typeface="+mn-ea"/>
                        <a:cs typeface="+mn-cs"/>
                      </a:endParaRPr>
                    </a:p>
                  </a:txBody>
                  <a:tcPr marL="121920" marR="121920" marT="60960" marB="60960" anchor="ctr">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mn-lt"/>
                          <a:ea typeface="+mn-ea"/>
                          <a:cs typeface="+mn-cs"/>
                        </a:rPr>
                        <a:t>Cognito Therapeutics</a:t>
                      </a:r>
                    </a:p>
                  </a:txBody>
                  <a:tcPr marL="121920" marR="121920" marT="60960" marB="60960" anchor="ctr">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1" kern="1200" dirty="0" err="1">
                          <a:solidFill>
                            <a:schemeClr val="tx1"/>
                          </a:solidFill>
                          <a:latin typeface="+mn-lt"/>
                          <a:ea typeface="+mn-ea"/>
                          <a:cs typeface="+mn-cs"/>
                        </a:rPr>
                        <a:t>Vielights</a:t>
                      </a:r>
                      <a:endParaRPr lang="en-US" sz="1200" b="1" kern="1200" dirty="0">
                        <a:solidFill>
                          <a:schemeClr val="tx1"/>
                        </a:solidFill>
                        <a:latin typeface="+mn-lt"/>
                        <a:ea typeface="+mn-ea"/>
                        <a:cs typeface="+mn-cs"/>
                      </a:endParaRPr>
                    </a:p>
                  </a:txBody>
                  <a:tcPr marL="121920" marR="121920" marT="60960" marB="60960" anchor="ctr">
                    <a:solidFill>
                      <a:srgbClr val="FEF8F9"/>
                    </a:solidFill>
                  </a:tcPr>
                </a:tc>
                <a:extLst>
                  <a:ext uri="{0D108BD9-81ED-4DB2-BD59-A6C34878D82A}">
                    <a16:rowId xmlns:a16="http://schemas.microsoft.com/office/drawing/2014/main" val="332255128"/>
                  </a:ext>
                </a:extLst>
              </a:tr>
              <a:tr h="0">
                <a:tc>
                  <a:txBody>
                    <a:bodyPr/>
                    <a:lstStyle/>
                    <a:p>
                      <a:r>
                        <a:rPr lang="en-GB" sz="1200" b="1" dirty="0" err="1"/>
                        <a:t>介入</a:t>
                      </a:r>
                      <a:endParaRPr lang="en-GB" sz="1200" b="1" dirty="0"/>
                    </a:p>
                  </a:txBody>
                  <a:tcPr anchor="ctr">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mn-lt"/>
                          <a:ea typeface="+mn-ea"/>
                          <a:cs typeface="+mn-cs"/>
                        </a:rPr>
                        <a:t>amyloid beta-directed antibody </a:t>
                      </a:r>
                    </a:p>
                  </a:txBody>
                  <a:tcPr marL="121920" marR="121920" marT="60960" marB="60960" anchor="ctr">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mn-lt"/>
                          <a:ea typeface="+mn-ea"/>
                          <a:cs typeface="+mn-cs"/>
                        </a:rPr>
                        <a:t>amyloid beta-directed antibody </a:t>
                      </a:r>
                    </a:p>
                  </a:txBody>
                  <a:tcPr marL="121920" marR="121920" marT="60960" marB="60960" anchor="ctr">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mn-lt"/>
                          <a:ea typeface="+mn-ea"/>
                          <a:cs typeface="+mn-cs"/>
                        </a:rPr>
                        <a:t>amyloid beta-directed antibody </a:t>
                      </a:r>
                    </a:p>
                  </a:txBody>
                  <a:tcPr marL="121920" marR="121920" marT="60960" marB="60960" anchor="ctr">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err="1">
                          <a:solidFill>
                            <a:schemeClr val="tx1"/>
                          </a:solidFill>
                          <a:latin typeface="+mn-lt"/>
                          <a:ea typeface="+mn-ea"/>
                          <a:cs typeface="+mn-cs"/>
                        </a:rPr>
                        <a:t>GammaSense</a:t>
                      </a:r>
                      <a:r>
                        <a:rPr lang="en-US" sz="1200" b="0" kern="1200" dirty="0">
                          <a:solidFill>
                            <a:schemeClr val="tx1"/>
                          </a:solidFill>
                          <a:latin typeface="+mn-lt"/>
                          <a:ea typeface="+mn-ea"/>
                          <a:cs typeface="+mn-cs"/>
                        </a:rPr>
                        <a:t> Stimulation System</a:t>
                      </a:r>
                    </a:p>
                  </a:txBody>
                  <a:tcPr marL="121920" marR="121920" marT="60960" marB="60960" anchor="ctr">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mn-lt"/>
                          <a:ea typeface="+mn-ea"/>
                          <a:cs typeface="+mn-cs"/>
                        </a:rPr>
                        <a:t>Active Neuro RX Gamma device</a:t>
                      </a:r>
                    </a:p>
                  </a:txBody>
                  <a:tcPr marL="121920" marR="121920" marT="60960" marB="60960" anchor="ctr">
                    <a:solidFill>
                      <a:srgbClr val="FEF8F9"/>
                    </a:solidFill>
                  </a:tcPr>
                </a:tc>
                <a:extLst>
                  <a:ext uri="{0D108BD9-81ED-4DB2-BD59-A6C34878D82A}">
                    <a16:rowId xmlns:a16="http://schemas.microsoft.com/office/drawing/2014/main" val="1838368324"/>
                  </a:ext>
                </a:extLst>
              </a:tr>
              <a:tr h="636852">
                <a:tc>
                  <a:txBody>
                    <a:bodyPr/>
                    <a:lstStyle/>
                    <a:p>
                      <a:r>
                        <a:rPr lang="en-GB" sz="1200" b="1" dirty="0"/>
                        <a:t>NCT# </a:t>
                      </a:r>
                    </a:p>
                  </a:txBody>
                  <a:tcPr anchor="ctr">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mn-lt"/>
                          <a:ea typeface="+mn-ea"/>
                          <a:cs typeface="+mn-cs"/>
                        </a:rPr>
                        <a:t>NCT01677572 </a:t>
                      </a:r>
                    </a:p>
                  </a:txBody>
                  <a:tcPr marL="121920" marR="121920" marT="60960" marB="60960" anchor="ctr">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mn-lt"/>
                          <a:ea typeface="+mn-ea"/>
                          <a:cs typeface="+mn-cs"/>
                        </a:rPr>
                        <a:t>NCT01767311 </a:t>
                      </a:r>
                    </a:p>
                  </a:txBody>
                  <a:tcPr marL="121920" marR="121920" marT="60960" marB="60960" anchor="ctr">
                    <a:solidFill>
                      <a:srgbClr val="FEF8F9"/>
                    </a:solidFill>
                  </a:tcPr>
                </a:tc>
                <a:tc>
                  <a:txBody>
                    <a:bodyPr/>
                    <a:lstStyle/>
                    <a:p>
                      <a:pPr marL="0" algn="l" defTabSz="914377" rtl="0" eaLnBrk="1" latinLnBrk="0" hangingPunct="1"/>
                      <a:r>
                        <a:rPr lang="en-US" sz="1200" b="0" kern="1200" dirty="0">
                          <a:solidFill>
                            <a:schemeClr val="tx1"/>
                          </a:solidFill>
                          <a:latin typeface="+mn-lt"/>
                          <a:ea typeface="+mn-ea"/>
                          <a:cs typeface="+mn-cs"/>
                        </a:rPr>
                        <a:t>NCT05108922 (III)</a:t>
                      </a:r>
                    </a:p>
                  </a:txBody>
                  <a:tcPr marL="121920" marR="121920" marT="60960" marB="60960" anchor="ctr">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mn-lt"/>
                          <a:ea typeface="+mn-ea"/>
                          <a:cs typeface="+mn-cs"/>
                        </a:rPr>
                        <a:t>NCT03556280 </a:t>
                      </a:r>
                    </a:p>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mn-lt"/>
                          <a:ea typeface="+mn-ea"/>
                          <a:cs typeface="+mn-cs"/>
                        </a:rPr>
                        <a:t>(Active, not recruiting)</a:t>
                      </a:r>
                      <a:r>
                        <a:rPr lang="zh-CN" altLang="en-US" sz="1200" b="0" kern="1200" dirty="0">
                          <a:solidFill>
                            <a:schemeClr val="tx1"/>
                          </a:solidFill>
                          <a:latin typeface="+mn-lt"/>
                          <a:ea typeface="+mn-ea"/>
                          <a:cs typeface="+mn-cs"/>
                        </a:rPr>
                        <a:t> </a:t>
                      </a:r>
                      <a:endParaRPr lang="en-US" altLang="zh-CN" sz="1200" b="0" kern="1200" dirty="0">
                        <a:solidFill>
                          <a:schemeClr val="tx1"/>
                        </a:solidFill>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1200" b="0" kern="1200" dirty="0">
                          <a:solidFill>
                            <a:schemeClr val="tx1"/>
                          </a:solidFill>
                          <a:latin typeface="+mn-lt"/>
                          <a:ea typeface="+mn-ea"/>
                          <a:cs typeface="+mn-cs"/>
                        </a:rPr>
                        <a:t>(no phase)</a:t>
                      </a:r>
                      <a:endParaRPr lang="en-US" sz="1200" b="0" kern="1200" dirty="0">
                        <a:solidFill>
                          <a:schemeClr val="tx1"/>
                        </a:solidFill>
                        <a:latin typeface="+mn-lt"/>
                        <a:ea typeface="+mn-ea"/>
                        <a:cs typeface="+mn-cs"/>
                      </a:endParaRPr>
                    </a:p>
                  </a:txBody>
                  <a:tcPr marL="121920" marR="121920" marT="60960" marB="60960" anchor="ctr">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mn-lt"/>
                          <a:ea typeface="+mn-ea"/>
                          <a:cs typeface="+mn-cs"/>
                        </a:rPr>
                        <a:t>NCT03484143 (Suspended, non-industrial trial, no phase)</a:t>
                      </a:r>
                    </a:p>
                  </a:txBody>
                  <a:tcPr marL="121920" marR="121920" marT="60960" marB="60960" anchor="ctr">
                    <a:solidFill>
                      <a:srgbClr val="FEF8F9"/>
                    </a:solidFill>
                  </a:tcPr>
                </a:tc>
                <a:extLst>
                  <a:ext uri="{0D108BD9-81ED-4DB2-BD59-A6C34878D82A}">
                    <a16:rowId xmlns:a16="http://schemas.microsoft.com/office/drawing/2014/main" val="1810450668"/>
                  </a:ext>
                </a:extLst>
              </a:tr>
              <a:tr h="315540">
                <a:tc>
                  <a:txBody>
                    <a:bodyPr/>
                    <a:lstStyle/>
                    <a:p>
                      <a:r>
                        <a:rPr lang="en-GB" sz="1200" b="1" dirty="0" err="1"/>
                        <a:t>对应症</a:t>
                      </a:r>
                      <a:endParaRPr lang="en-GB" sz="1200" b="1" dirty="0"/>
                    </a:p>
                  </a:txBody>
                  <a:tcPr anchor="ctr">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err="1">
                          <a:solidFill>
                            <a:schemeClr val="tx1"/>
                          </a:solidFill>
                          <a:latin typeface="+mn-lt"/>
                          <a:ea typeface="+mn-ea"/>
                          <a:cs typeface="+mn-cs"/>
                        </a:rPr>
                        <a:t>MCI或者轻度痴呆</a:t>
                      </a:r>
                      <a:endParaRPr lang="en-US" sz="1200" b="0" kern="1200" dirty="0">
                        <a:solidFill>
                          <a:schemeClr val="tx1"/>
                        </a:solidFill>
                        <a:latin typeface="+mn-lt"/>
                        <a:ea typeface="+mn-ea"/>
                        <a:cs typeface="+mn-cs"/>
                      </a:endParaRPr>
                    </a:p>
                  </a:txBody>
                  <a:tcPr marL="121920" marR="121920" marT="60960" marB="60960">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err="1">
                          <a:solidFill>
                            <a:schemeClr val="tx1"/>
                          </a:solidFill>
                          <a:latin typeface="+mn-lt"/>
                          <a:ea typeface="+mn-ea"/>
                          <a:cs typeface="+mn-cs"/>
                        </a:rPr>
                        <a:t>MCI或者轻度痴呆</a:t>
                      </a:r>
                      <a:endParaRPr lang="en-US" sz="1200" b="0" kern="1200" dirty="0">
                        <a:solidFill>
                          <a:schemeClr val="tx1"/>
                        </a:solidFill>
                        <a:latin typeface="+mn-lt"/>
                        <a:ea typeface="+mn-ea"/>
                        <a:cs typeface="+mn-cs"/>
                      </a:endParaRPr>
                    </a:p>
                  </a:txBody>
                  <a:tcPr marL="121920" marR="121920" marT="60960" marB="60960">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err="1">
                          <a:solidFill>
                            <a:schemeClr val="tx1"/>
                          </a:solidFill>
                          <a:latin typeface="+mn-lt"/>
                          <a:ea typeface="+mn-ea"/>
                          <a:cs typeface="+mn-cs"/>
                        </a:rPr>
                        <a:t>MCI或者AD痴呆</a:t>
                      </a:r>
                      <a:endParaRPr lang="en-US" sz="1200" b="0" kern="1200" dirty="0">
                        <a:solidFill>
                          <a:schemeClr val="tx1"/>
                        </a:solidFill>
                        <a:latin typeface="+mn-lt"/>
                        <a:ea typeface="+mn-ea"/>
                        <a:cs typeface="+mn-cs"/>
                      </a:endParaRPr>
                    </a:p>
                  </a:txBody>
                  <a:tcPr marL="121920" marR="121920" marT="60960" marB="60960">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err="1">
                          <a:solidFill>
                            <a:schemeClr val="tx1"/>
                          </a:solidFill>
                          <a:latin typeface="+mn-lt"/>
                          <a:ea typeface="+mn-ea"/>
                          <a:cs typeface="+mn-cs"/>
                        </a:rPr>
                        <a:t>MCI或者AD痴呆</a:t>
                      </a:r>
                      <a:endParaRPr lang="en-US" sz="1200" b="0" kern="1200" dirty="0">
                        <a:solidFill>
                          <a:schemeClr val="tx1"/>
                        </a:solidFill>
                        <a:latin typeface="+mn-lt"/>
                        <a:ea typeface="+mn-ea"/>
                        <a:cs typeface="+mn-cs"/>
                      </a:endParaRPr>
                    </a:p>
                  </a:txBody>
                  <a:tcPr marL="121920" marR="121920" marT="60960" marB="60960">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mn-lt"/>
                          <a:ea typeface="+mn-ea"/>
                          <a:cs typeface="+mn-cs"/>
                        </a:rPr>
                        <a:t>AD</a:t>
                      </a:r>
                    </a:p>
                  </a:txBody>
                  <a:tcPr marL="121920" marR="121920" marT="60960" marB="60960">
                    <a:solidFill>
                      <a:srgbClr val="FEF8F9"/>
                    </a:solidFill>
                  </a:tcPr>
                </a:tc>
                <a:extLst>
                  <a:ext uri="{0D108BD9-81ED-4DB2-BD59-A6C34878D82A}">
                    <a16:rowId xmlns:a16="http://schemas.microsoft.com/office/drawing/2014/main" val="3710609150"/>
                  </a:ext>
                </a:extLst>
              </a:tr>
              <a:tr h="616805">
                <a:tc>
                  <a:txBody>
                    <a:bodyPr/>
                    <a:lstStyle/>
                    <a:p>
                      <a:r>
                        <a:rPr lang="en-GB" sz="1200" b="1" dirty="0" err="1"/>
                        <a:t>有效性</a:t>
                      </a:r>
                      <a:endParaRPr lang="en-GB" sz="1200" b="1" dirty="0"/>
                    </a:p>
                  </a:txBody>
                  <a:tcPr anchor="ctr">
                    <a:solidFill>
                      <a:srgbClr val="FEF8F9"/>
                    </a:solidFill>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a:solidFill>
                            <a:schemeClr val="tx1"/>
                          </a:solidFill>
                          <a:latin typeface="+mn-lt"/>
                          <a:ea typeface="+mn-ea"/>
                          <a:cs typeface="+mn-cs"/>
                        </a:rPr>
                        <a:t>CDR-SB: -1.26 </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a:solidFill>
                            <a:schemeClr val="tx1"/>
                          </a:solidFill>
                          <a:latin typeface="+mn-lt"/>
                          <a:ea typeface="+mn-ea"/>
                          <a:cs typeface="+mn-cs"/>
                        </a:rPr>
                        <a:t>MMSE: 1.9 </a:t>
                      </a:r>
                    </a:p>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latin typeface="+mn-lt"/>
                        <a:ea typeface="+mn-ea"/>
                        <a:cs typeface="+mn-cs"/>
                      </a:endParaRPr>
                    </a:p>
                  </a:txBody>
                  <a:tcPr marL="121920" marR="121920" marT="60960" marB="60960">
                    <a:solidFill>
                      <a:srgbClr val="FEF8F9"/>
                    </a:solidFill>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a:solidFill>
                            <a:schemeClr val="tx1"/>
                          </a:solidFill>
                          <a:latin typeface="+mn-lt"/>
                          <a:ea typeface="+mn-ea"/>
                          <a:cs typeface="+mn-cs"/>
                        </a:rPr>
                        <a:t>Reduced brain amyloid(-0.306 </a:t>
                      </a:r>
                      <a:r>
                        <a:rPr lang="en-US" sz="1200" b="0" kern="1200" dirty="0" err="1">
                          <a:solidFill>
                            <a:schemeClr val="tx1"/>
                          </a:solidFill>
                          <a:latin typeface="+mn-lt"/>
                          <a:ea typeface="+mn-ea"/>
                          <a:cs typeface="+mn-cs"/>
                        </a:rPr>
                        <a:t>SUVr</a:t>
                      </a:r>
                      <a:r>
                        <a:rPr lang="en-US" sz="1200" b="0" kern="1200" dirty="0">
                          <a:solidFill>
                            <a:schemeClr val="tx1"/>
                          </a:solidFill>
                          <a:latin typeface="+mn-lt"/>
                          <a:ea typeface="+mn-ea"/>
                          <a:cs typeface="+mn-cs"/>
                        </a:rPr>
                        <a:t> units) </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a:solidFill>
                            <a:schemeClr val="tx1"/>
                          </a:solidFill>
                          <a:latin typeface="+mn-lt"/>
                          <a:ea typeface="+mn-ea"/>
                          <a:cs typeface="+mn-cs"/>
                        </a:rPr>
                        <a:t>ADAS-Cog14: -1.44</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a:solidFill>
                            <a:schemeClr val="tx1"/>
                          </a:solidFill>
                          <a:latin typeface="+mn-lt"/>
                          <a:ea typeface="+mn-ea"/>
                          <a:cs typeface="+mn-cs"/>
                        </a:rPr>
                        <a:t>CDR-SB = −0.45</a:t>
                      </a:r>
                    </a:p>
                  </a:txBody>
                  <a:tcPr marL="121920" marR="121920" marT="60960" marB="60960">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kern="1200" dirty="0" err="1">
                          <a:solidFill>
                            <a:schemeClr val="tx1"/>
                          </a:solidFill>
                          <a:latin typeface="+mn-lt"/>
                          <a:ea typeface="+mn-ea"/>
                          <a:cs typeface="+mn-cs"/>
                        </a:rPr>
                        <a:t>终点</a:t>
                      </a:r>
                      <a:r>
                        <a:rPr lang="en-US" sz="1200" b="0" kern="1200" dirty="0">
                          <a:solidFill>
                            <a:schemeClr val="tx1"/>
                          </a:solidFill>
                          <a:latin typeface="+mn-lt"/>
                          <a:ea typeface="+mn-ea"/>
                          <a:cs typeface="+mn-cs"/>
                        </a:rPr>
                        <a:t>:</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a:solidFill>
                            <a:schemeClr val="tx1"/>
                          </a:solidFill>
                          <a:latin typeface="+mn-lt"/>
                          <a:ea typeface="+mn-ea"/>
                          <a:cs typeface="+mn-cs"/>
                        </a:rPr>
                        <a:t>Amyloid Plaque Clearance (</a:t>
                      </a:r>
                      <a:r>
                        <a:rPr lang="en-US" sz="1200" b="1" kern="1200" dirty="0">
                          <a:solidFill>
                            <a:schemeClr val="tx1"/>
                          </a:solidFill>
                          <a:latin typeface="+mn-lt"/>
                          <a:ea typeface="+mn-ea"/>
                          <a:cs typeface="+mn-cs"/>
                        </a:rPr>
                        <a:t>PET</a:t>
                      </a:r>
                      <a:r>
                        <a:rPr lang="en-US" sz="1200" b="0" kern="1200" dirty="0">
                          <a:solidFill>
                            <a:schemeClr val="tx1"/>
                          </a:solidFill>
                          <a:latin typeface="+mn-lt"/>
                          <a:ea typeface="+mn-ea"/>
                          <a:cs typeface="+mn-cs"/>
                        </a:rPr>
                        <a:t>)</a:t>
                      </a:r>
                    </a:p>
                  </a:txBody>
                  <a:tcPr marL="121920" marR="121920" marT="60960" marB="60960">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err="1">
                          <a:solidFill>
                            <a:schemeClr val="tx1"/>
                          </a:solidFill>
                          <a:latin typeface="+mn-lt"/>
                          <a:ea typeface="+mn-ea"/>
                          <a:cs typeface="+mn-cs"/>
                        </a:rPr>
                        <a:t>终点</a:t>
                      </a:r>
                      <a:r>
                        <a:rPr lang="en-US" sz="1200" b="0" kern="1200" dirty="0">
                          <a:solidFill>
                            <a:schemeClr val="tx1"/>
                          </a:solidFill>
                          <a:latin typeface="+mn-lt"/>
                          <a:ea typeface="+mn-ea"/>
                          <a:cs typeface="+mn-cs"/>
                        </a:rPr>
                        <a:t>:</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a:solidFill>
                            <a:schemeClr val="tx1"/>
                          </a:solidFill>
                          <a:latin typeface="+mn-lt"/>
                          <a:ea typeface="+mn-ea"/>
                          <a:cs typeface="+mn-cs"/>
                        </a:rPr>
                        <a:t>ADAS-Cog</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a:solidFill>
                            <a:schemeClr val="tx1"/>
                          </a:solidFill>
                          <a:latin typeface="+mn-lt"/>
                          <a:ea typeface="+mn-ea"/>
                          <a:cs typeface="+mn-cs"/>
                        </a:rPr>
                        <a:t>Amyloid </a:t>
                      </a:r>
                      <a:r>
                        <a:rPr lang="en-US" sz="1200" b="1" kern="1200" dirty="0">
                          <a:solidFill>
                            <a:schemeClr val="tx1"/>
                          </a:solidFill>
                          <a:latin typeface="+mn-lt"/>
                          <a:ea typeface="+mn-ea"/>
                          <a:cs typeface="+mn-cs"/>
                        </a:rPr>
                        <a:t>PET</a:t>
                      </a:r>
                      <a:r>
                        <a:rPr lang="en-US" sz="1200" b="0" kern="1200" dirty="0">
                          <a:solidFill>
                            <a:schemeClr val="tx1"/>
                          </a:solidFill>
                          <a:latin typeface="+mn-lt"/>
                          <a:ea typeface="+mn-ea"/>
                          <a:cs typeface="+mn-cs"/>
                        </a:rPr>
                        <a:t>/CT</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ADCS-ADL maintained</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a:solidFill>
                            <a:schemeClr val="tx1"/>
                          </a:solidFill>
                          <a:latin typeface="+mn-lt"/>
                          <a:ea typeface="+mn-ea"/>
                          <a:cs typeface="+mn-cs"/>
                        </a:rPr>
                        <a:t>Decreased nighttime activity</a:t>
                      </a:r>
                    </a:p>
                  </a:txBody>
                  <a:tcPr marL="121920" marR="121920" marT="60960" marB="60960">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err="1">
                          <a:solidFill>
                            <a:schemeClr val="tx1"/>
                          </a:solidFill>
                          <a:latin typeface="+mn-lt"/>
                          <a:ea typeface="+mn-ea"/>
                          <a:cs typeface="+mn-cs"/>
                        </a:rPr>
                        <a:t>终点</a:t>
                      </a:r>
                      <a:r>
                        <a:rPr lang="en-US" sz="1200" b="0" kern="1200" dirty="0">
                          <a:solidFill>
                            <a:schemeClr val="tx1"/>
                          </a:solidFill>
                          <a:latin typeface="+mn-lt"/>
                          <a:ea typeface="+mn-ea"/>
                          <a:cs typeface="+mn-cs"/>
                        </a:rPr>
                        <a:t>:</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a:solidFill>
                            <a:schemeClr val="tx1"/>
                          </a:solidFill>
                          <a:latin typeface="+mn-lt"/>
                          <a:ea typeface="+mn-ea"/>
                          <a:cs typeface="+mn-cs"/>
                        </a:rPr>
                        <a:t>Severe Impairment Battery (SIB) score</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a:solidFill>
                            <a:schemeClr val="tx1"/>
                          </a:solidFill>
                          <a:latin typeface="+mn-lt"/>
                          <a:ea typeface="+mn-ea"/>
                          <a:cs typeface="+mn-cs"/>
                        </a:rPr>
                        <a:t>ADCS-ADL-</a:t>
                      </a:r>
                      <a:r>
                        <a:rPr lang="en-US" sz="1200" b="0" kern="1200" dirty="0" err="1">
                          <a:solidFill>
                            <a:schemeClr val="tx1"/>
                          </a:solidFill>
                          <a:latin typeface="+mn-lt"/>
                          <a:ea typeface="+mn-ea"/>
                          <a:cs typeface="+mn-cs"/>
                        </a:rPr>
                        <a:t>Sev</a:t>
                      </a:r>
                      <a:endParaRPr lang="en-US" sz="1200" b="0" kern="1200" dirty="0">
                        <a:solidFill>
                          <a:schemeClr val="tx1"/>
                        </a:solidFill>
                        <a:latin typeface="+mn-lt"/>
                        <a:ea typeface="+mn-ea"/>
                        <a:cs typeface="+mn-cs"/>
                      </a:endParaRP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a:solidFill>
                            <a:schemeClr val="tx1"/>
                          </a:solidFill>
                          <a:latin typeface="+mn-lt"/>
                          <a:ea typeface="+mn-ea"/>
                          <a:cs typeface="+mn-cs"/>
                        </a:rPr>
                        <a:t>QOL-AD</a:t>
                      </a:r>
                    </a:p>
                  </a:txBody>
                  <a:tcPr marL="121920" marR="121920" marT="60960" marB="60960">
                    <a:solidFill>
                      <a:srgbClr val="FEF8F9"/>
                    </a:solidFill>
                  </a:tcPr>
                </a:tc>
                <a:extLst>
                  <a:ext uri="{0D108BD9-81ED-4DB2-BD59-A6C34878D82A}">
                    <a16:rowId xmlns:a16="http://schemas.microsoft.com/office/drawing/2014/main" val="1167246460"/>
                  </a:ext>
                </a:extLst>
              </a:tr>
              <a:tr h="466336">
                <a:tc>
                  <a:txBody>
                    <a:bodyPr/>
                    <a:lstStyle/>
                    <a:p>
                      <a:r>
                        <a:rPr lang="en-US" sz="1200" b="1" dirty="0" err="1"/>
                        <a:t>测量工具</a:t>
                      </a:r>
                      <a:endParaRPr lang="en-GB" sz="1200" b="1" dirty="0"/>
                    </a:p>
                  </a:txBody>
                  <a:tcPr anchor="ctr">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1" kern="1200" dirty="0" err="1">
                          <a:solidFill>
                            <a:schemeClr val="tx1"/>
                          </a:solidFill>
                          <a:latin typeface="+mn-lt"/>
                          <a:ea typeface="+mn-ea"/>
                          <a:cs typeface="+mn-cs"/>
                        </a:rPr>
                        <a:t>量表</a:t>
                      </a:r>
                      <a:endParaRPr lang="en-US" sz="1200" b="1" kern="1200" dirty="0">
                        <a:solidFill>
                          <a:schemeClr val="tx1"/>
                        </a:solidFill>
                        <a:latin typeface="+mn-lt"/>
                        <a:ea typeface="+mn-ea"/>
                        <a:cs typeface="+mn-cs"/>
                      </a:endParaRPr>
                    </a:p>
                  </a:txBody>
                  <a:tcPr marL="121920" marR="121920" marT="60960" marB="60960">
                    <a:solidFill>
                      <a:srgbClr val="FEF8F9"/>
                    </a:solidFill>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err="1">
                          <a:solidFill>
                            <a:schemeClr val="tx1"/>
                          </a:solidFill>
                          <a:latin typeface="+mn-lt"/>
                          <a:ea typeface="+mn-ea"/>
                          <a:cs typeface="+mn-cs"/>
                        </a:rPr>
                        <a:t>影像</a:t>
                      </a:r>
                      <a:endParaRPr lang="en-US" sz="1200" b="0" kern="1200" dirty="0">
                        <a:solidFill>
                          <a:schemeClr val="tx1"/>
                        </a:solidFill>
                        <a:latin typeface="+mn-lt"/>
                        <a:ea typeface="+mn-ea"/>
                        <a:cs typeface="+mn-cs"/>
                      </a:endParaRP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err="1">
                          <a:solidFill>
                            <a:schemeClr val="tx1"/>
                          </a:solidFill>
                          <a:latin typeface="+mn-lt"/>
                          <a:ea typeface="+mn-ea"/>
                          <a:cs typeface="+mn-cs"/>
                        </a:rPr>
                        <a:t>量表</a:t>
                      </a:r>
                      <a:endParaRPr lang="en-US" sz="1200" b="0" kern="1200" dirty="0">
                        <a:solidFill>
                          <a:schemeClr val="tx1"/>
                        </a:solidFill>
                        <a:latin typeface="+mn-lt"/>
                        <a:ea typeface="+mn-ea"/>
                        <a:cs typeface="+mn-cs"/>
                      </a:endParaRPr>
                    </a:p>
                  </a:txBody>
                  <a:tcPr marL="121920" marR="121920" marT="60960" marB="60960">
                    <a:solidFill>
                      <a:srgbClr val="FEF8F9"/>
                    </a:solidFill>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err="1">
                          <a:solidFill>
                            <a:schemeClr val="tx1"/>
                          </a:solidFill>
                          <a:latin typeface="+mn-lt"/>
                          <a:ea typeface="+mn-ea"/>
                          <a:cs typeface="+mn-cs"/>
                        </a:rPr>
                        <a:t>影像</a:t>
                      </a:r>
                      <a:endParaRPr lang="en-US" sz="1200" b="0" kern="1200" dirty="0">
                        <a:solidFill>
                          <a:schemeClr val="tx1"/>
                        </a:solidFill>
                        <a:latin typeface="+mn-lt"/>
                        <a:ea typeface="+mn-ea"/>
                        <a:cs typeface="+mn-cs"/>
                      </a:endParaRPr>
                    </a:p>
                  </a:txBody>
                  <a:tcPr marL="121920" marR="121920" marT="60960" marB="60960">
                    <a:solidFill>
                      <a:srgbClr val="FEF8F9"/>
                    </a:solidFill>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err="1">
                          <a:solidFill>
                            <a:schemeClr val="tx1"/>
                          </a:solidFill>
                          <a:latin typeface="+mn-lt"/>
                          <a:ea typeface="+mn-ea"/>
                          <a:cs typeface="+mn-cs"/>
                        </a:rPr>
                        <a:t>影像</a:t>
                      </a:r>
                      <a:endParaRPr lang="en-US" sz="1200" b="0" kern="1200" dirty="0">
                        <a:solidFill>
                          <a:schemeClr val="tx1"/>
                        </a:solidFill>
                        <a:latin typeface="+mn-lt"/>
                        <a:ea typeface="+mn-ea"/>
                        <a:cs typeface="+mn-cs"/>
                      </a:endParaRP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err="1">
                          <a:solidFill>
                            <a:schemeClr val="tx1"/>
                          </a:solidFill>
                          <a:latin typeface="+mn-lt"/>
                          <a:ea typeface="+mn-ea"/>
                          <a:cs typeface="+mn-cs"/>
                        </a:rPr>
                        <a:t>量表</a:t>
                      </a:r>
                      <a:endParaRPr lang="en-US" sz="1200" b="0" kern="1200" dirty="0">
                        <a:solidFill>
                          <a:schemeClr val="tx1"/>
                        </a:solidFill>
                        <a:latin typeface="+mn-lt"/>
                        <a:ea typeface="+mn-ea"/>
                        <a:cs typeface="+mn-cs"/>
                      </a:endParaRPr>
                    </a:p>
                  </a:txBody>
                  <a:tcPr marL="121920" marR="121920" marT="60960" marB="60960">
                    <a:solidFill>
                      <a:srgbClr val="FEF8F9"/>
                    </a:solidFill>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err="1">
                          <a:solidFill>
                            <a:schemeClr val="tx1"/>
                          </a:solidFill>
                          <a:latin typeface="+mn-lt"/>
                          <a:ea typeface="+mn-ea"/>
                          <a:cs typeface="+mn-cs"/>
                        </a:rPr>
                        <a:t>量表</a:t>
                      </a:r>
                      <a:endParaRPr lang="en-US" sz="1200" b="0" kern="1200" dirty="0">
                        <a:solidFill>
                          <a:schemeClr val="tx1"/>
                        </a:solidFill>
                        <a:latin typeface="+mn-lt"/>
                        <a:ea typeface="+mn-ea"/>
                        <a:cs typeface="+mn-cs"/>
                      </a:endParaRPr>
                    </a:p>
                  </a:txBody>
                  <a:tcPr marL="121920" marR="121920" marT="60960" marB="60960">
                    <a:solidFill>
                      <a:srgbClr val="FEF8F9"/>
                    </a:solidFill>
                  </a:tcPr>
                </a:tc>
                <a:extLst>
                  <a:ext uri="{0D108BD9-81ED-4DB2-BD59-A6C34878D82A}">
                    <a16:rowId xmlns:a16="http://schemas.microsoft.com/office/drawing/2014/main" val="100743206"/>
                  </a:ext>
                </a:extLst>
              </a:tr>
              <a:tr h="500513">
                <a:tc>
                  <a:txBody>
                    <a:bodyPr/>
                    <a:lstStyle/>
                    <a:p>
                      <a:r>
                        <a:rPr lang="en-GB" sz="1200" b="1" kern="1200" dirty="0" err="1">
                          <a:solidFill>
                            <a:schemeClr val="tx1"/>
                          </a:solidFill>
                          <a:latin typeface="+mn-lt"/>
                          <a:ea typeface="+mn-ea"/>
                          <a:cs typeface="+mn-cs"/>
                        </a:rPr>
                        <a:t>保险覆盖</a:t>
                      </a:r>
                      <a:endParaRPr lang="en-GB" sz="1200" b="1" kern="1200" dirty="0">
                        <a:solidFill>
                          <a:schemeClr val="tx1"/>
                        </a:solidFill>
                        <a:latin typeface="+mn-lt"/>
                        <a:ea typeface="+mn-ea"/>
                        <a:cs typeface="+mn-cs"/>
                      </a:endParaRPr>
                    </a:p>
                  </a:txBody>
                  <a:tcPr anchor="ctr">
                    <a:solidFill>
                      <a:srgbClr val="FEF8F9"/>
                    </a:solidFill>
                  </a:tcPr>
                </a:tc>
                <a:tc>
                  <a:txBody>
                    <a:bodyPr/>
                    <a:lstStyle/>
                    <a:p>
                      <a:pPr marL="0" marR="0" lvl="0" indent="-171450" algn="l" defTabSz="45718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dirty="0">
                          <a:ln>
                            <a:noFill/>
                          </a:ln>
                          <a:solidFill>
                            <a:srgbClr val="242424"/>
                          </a:solidFill>
                          <a:effectLst/>
                          <a:uLnTx/>
                          <a:uFillTx/>
                          <a:latin typeface="+mn-lt"/>
                          <a:ea typeface="+mn-ea"/>
                          <a:cs typeface="Arial"/>
                        </a:rPr>
                        <a:t>Limited</a:t>
                      </a:r>
                    </a:p>
                  </a:txBody>
                  <a:tcPr marL="121920" marR="121920" marT="60960" marB="60960">
                    <a:solidFill>
                      <a:srgbClr val="FEF8F9"/>
                    </a:solidFill>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a:solidFill>
                            <a:schemeClr val="tx1"/>
                          </a:solidFill>
                          <a:latin typeface="+mn-lt"/>
                          <a:ea typeface="+mn-ea"/>
                          <a:cs typeface="+mn-cs"/>
                        </a:rPr>
                        <a:t>only available for Medicare beneficiaries enrolled in clinical trials</a:t>
                      </a:r>
                    </a:p>
                  </a:txBody>
                  <a:tcPr marL="121920" marR="121920" marT="60960" marB="60960">
                    <a:solidFill>
                      <a:srgbClr val="FEF8F9"/>
                    </a:solidFill>
                  </a:tcPr>
                </a:tc>
                <a:tc>
                  <a:txBody>
                    <a:bodyPr/>
                    <a:lstStyle/>
                    <a:p>
                      <a:pPr marL="0" marR="0" lvl="0" algn="l" defTabSz="457189" rtl="0" eaLnBrk="1" fontAlgn="auto" latinLnBrk="0" hangingPunct="1">
                        <a:lnSpc>
                          <a:spcPct val="100000"/>
                        </a:lnSpc>
                        <a:spcBef>
                          <a:spcPts val="0"/>
                        </a:spcBef>
                        <a:spcAft>
                          <a:spcPts val="0"/>
                        </a:spcAft>
                        <a:buClrTx/>
                        <a:buSzTx/>
                        <a:buFont typeface="Arial" panose="020B0604020202020204" pitchFamily="34" charset="0"/>
                        <a:tabLst/>
                        <a:defRPr/>
                      </a:pPr>
                      <a:r>
                        <a:rPr kumimoji="0" lang="en-US" sz="1200" b="0" i="0" u="none" strike="noStrike" kern="1200" cap="none" spc="0" normalizeH="0" baseline="0" dirty="0">
                          <a:ln>
                            <a:noFill/>
                          </a:ln>
                          <a:solidFill>
                            <a:srgbClr val="242424"/>
                          </a:solidFill>
                          <a:effectLst/>
                          <a:uLnTx/>
                          <a:uFillTx/>
                          <a:latin typeface="+mn-lt"/>
                          <a:ea typeface="+mn-ea"/>
                          <a:cs typeface="Arial"/>
                        </a:rPr>
                        <a:t>N/A</a:t>
                      </a:r>
                    </a:p>
                  </a:txBody>
                  <a:tcPr marL="121920" marR="121920" marT="60960" marB="60960">
                    <a:solidFill>
                      <a:srgbClr val="FEF8F9"/>
                    </a:solidFill>
                  </a:tcPr>
                </a:tc>
                <a:tc>
                  <a:txBody>
                    <a:bodyPr/>
                    <a:lstStyle/>
                    <a:p>
                      <a:pPr marL="274320" marR="0" lvl="0" indent="-219075" algn="l" defTabSz="914400" rtl="0" eaLnBrk="1" fontAlgn="base"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b="0" i="0" u="none" strike="noStrike" kern="1200" cap="none" spc="0" normalizeH="0" baseline="0" dirty="0">
                          <a:ln>
                            <a:noFill/>
                          </a:ln>
                          <a:solidFill>
                            <a:srgbClr val="242424"/>
                          </a:solidFill>
                          <a:effectLst/>
                          <a:uLnTx/>
                          <a:uFillTx/>
                          <a:latin typeface="+mn-lt"/>
                          <a:ea typeface="+mn-ea"/>
                          <a:cs typeface="Arial"/>
                        </a:rPr>
                        <a:t>N/A</a:t>
                      </a:r>
                    </a:p>
                  </a:txBody>
                  <a:tcPr marL="121920" marR="121920" marT="60960" marB="60960">
                    <a:solidFill>
                      <a:srgbClr val="FEF8F9"/>
                    </a:solidFill>
                  </a:tcPr>
                </a:tc>
                <a:tc>
                  <a:txBody>
                    <a:bodyPr/>
                    <a:lstStyle/>
                    <a:p>
                      <a:pPr marL="274320" marR="0" lvl="0" indent="-219075" algn="l" defTabSz="914400" rtl="0" eaLnBrk="1" fontAlgn="base"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b="0" i="0" u="none" strike="noStrike" kern="1200" cap="none" spc="0" normalizeH="0" baseline="0" dirty="0">
                          <a:ln>
                            <a:noFill/>
                          </a:ln>
                          <a:solidFill>
                            <a:srgbClr val="242424"/>
                          </a:solidFill>
                          <a:effectLst/>
                          <a:uLnTx/>
                          <a:uFillTx/>
                          <a:latin typeface="+mn-lt"/>
                          <a:ea typeface="+mn-ea"/>
                          <a:cs typeface="Arial"/>
                        </a:rPr>
                        <a:t>N/A</a:t>
                      </a:r>
                    </a:p>
                  </a:txBody>
                  <a:tcPr marL="121920" marR="121920" marT="60960" marB="60960">
                    <a:solidFill>
                      <a:srgbClr val="FEF8F9"/>
                    </a:solidFill>
                  </a:tcPr>
                </a:tc>
                <a:extLst>
                  <a:ext uri="{0D108BD9-81ED-4DB2-BD59-A6C34878D82A}">
                    <a16:rowId xmlns:a16="http://schemas.microsoft.com/office/drawing/2014/main" val="420681661"/>
                  </a:ext>
                </a:extLst>
              </a:tr>
            </a:tbl>
          </a:graphicData>
        </a:graphic>
      </p:graphicFrame>
      <p:sp>
        <p:nvSpPr>
          <p:cNvPr id="5" name="TextBox 4">
            <a:extLst>
              <a:ext uri="{FF2B5EF4-FFF2-40B4-BE49-F238E27FC236}">
                <a16:creationId xmlns:a16="http://schemas.microsoft.com/office/drawing/2014/main" id="{28EDC99B-2F32-5E81-71C2-DC2325D06109}"/>
              </a:ext>
            </a:extLst>
          </p:cNvPr>
          <p:cNvSpPr txBox="1"/>
          <p:nvPr/>
        </p:nvSpPr>
        <p:spPr>
          <a:xfrm>
            <a:off x="533399" y="6439531"/>
            <a:ext cx="11188699" cy="369332"/>
          </a:xfrm>
          <a:prstGeom prst="rect">
            <a:avLst/>
          </a:prstGeom>
          <a:noFill/>
        </p:spPr>
        <p:txBody>
          <a:bodyPr wrap="square" rtlCol="0">
            <a:spAutoFit/>
          </a:bodyPr>
          <a:lstStyle/>
          <a:p>
            <a:r>
              <a:rPr lang="en-US" sz="900" b="0" i="0" u="none" strike="noStrike" dirty="0">
                <a:solidFill>
                  <a:srgbClr val="000000"/>
                </a:solidFill>
                <a:effectLst/>
                <a:latin typeface="Cambria" panose="02040503050406030204" pitchFamily="18" charset="0"/>
              </a:rPr>
              <a:t>Note: CDR-SB: Clinical Dementia Rating Scale Sum of Boxes Scores; ADCS-ADL-</a:t>
            </a:r>
            <a:r>
              <a:rPr lang="en-US" sz="900" b="0" i="0" u="none" strike="noStrike" dirty="0" err="1">
                <a:solidFill>
                  <a:srgbClr val="000000"/>
                </a:solidFill>
                <a:effectLst/>
                <a:latin typeface="Cambria" panose="02040503050406030204" pitchFamily="18" charset="0"/>
              </a:rPr>
              <a:t>Sev</a:t>
            </a:r>
            <a:r>
              <a:rPr lang="en-US" sz="900" b="0" i="0" u="none" strike="noStrike" dirty="0">
                <a:solidFill>
                  <a:srgbClr val="000000"/>
                </a:solidFill>
                <a:effectLst/>
                <a:latin typeface="Cambria" panose="02040503050406030204" pitchFamily="18" charset="0"/>
              </a:rPr>
              <a:t>: </a:t>
            </a:r>
            <a:r>
              <a:rPr lang="en-US" sz="900" b="0" kern="1200" dirty="0">
                <a:solidFill>
                  <a:schemeClr val="tx1"/>
                </a:solidFill>
                <a:latin typeface="+mn-lt"/>
                <a:ea typeface="+mn-ea"/>
                <a:cs typeface="+mn-cs"/>
              </a:rPr>
              <a:t>Alzheimer's Disease Cooperative Study Activities of Daily Living for Severe Alzheimer's Disease </a:t>
            </a:r>
            <a:endParaRPr lang="en-US" sz="900" b="0" i="0" u="none" strike="noStrike" dirty="0">
              <a:solidFill>
                <a:srgbClr val="000000"/>
              </a:solidFill>
              <a:effectLst/>
              <a:latin typeface="Cambria" panose="02040503050406030204" pitchFamily="18" charset="0"/>
            </a:endParaRPr>
          </a:p>
          <a:p>
            <a:endParaRPr lang="en-US" sz="900" dirty="0"/>
          </a:p>
        </p:txBody>
      </p:sp>
    </p:spTree>
    <p:extLst>
      <p:ext uri="{BB962C8B-B14F-4D97-AF65-F5344CB8AC3E}">
        <p14:creationId xmlns:p14="http://schemas.microsoft.com/office/powerpoint/2010/main" val="2545521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953DDDB-A1CA-D3D2-A996-C9AE5BCF3EBE}"/>
              </a:ext>
            </a:extLst>
          </p:cNvPr>
          <p:cNvSpPr>
            <a:spLocks noGrp="1"/>
          </p:cNvSpPr>
          <p:nvPr>
            <p:ph type="title"/>
          </p:nvPr>
        </p:nvSpPr>
        <p:spPr>
          <a:xfrm>
            <a:off x="1200149" y="847023"/>
            <a:ext cx="10239376" cy="524576"/>
          </a:xfrm>
        </p:spPr>
        <p:txBody>
          <a:bodyPr/>
          <a:lstStyle/>
          <a:p>
            <a:pPr algn="l"/>
            <a:r>
              <a:rPr lang="zh-CN" altLang="en-US" sz="2800" b="1" i="0" u="none" strike="noStrike" dirty="0">
                <a:effectLst/>
                <a:latin typeface="Söhne"/>
              </a:rPr>
              <a:t>当前技术的潜力仍未充分开发利用</a:t>
            </a:r>
            <a:endParaRPr lang="en-US" sz="2800" b="1" dirty="0"/>
          </a:p>
        </p:txBody>
      </p:sp>
      <p:graphicFrame>
        <p:nvGraphicFramePr>
          <p:cNvPr id="4" name="Table 3">
            <a:extLst>
              <a:ext uri="{FF2B5EF4-FFF2-40B4-BE49-F238E27FC236}">
                <a16:creationId xmlns:a16="http://schemas.microsoft.com/office/drawing/2014/main" id="{E007F463-C189-588B-E2F8-B15A1EED6155}"/>
              </a:ext>
            </a:extLst>
          </p:cNvPr>
          <p:cNvGraphicFramePr>
            <a:graphicFrameLocks noGrp="1"/>
          </p:cNvGraphicFramePr>
          <p:nvPr>
            <p:extLst>
              <p:ext uri="{D42A27DB-BD31-4B8C-83A1-F6EECF244321}">
                <p14:modId xmlns:p14="http://schemas.microsoft.com/office/powerpoint/2010/main" val="2389899850"/>
              </p:ext>
            </p:extLst>
          </p:nvPr>
        </p:nvGraphicFramePr>
        <p:xfrm>
          <a:off x="1200149" y="1583846"/>
          <a:ext cx="9972676" cy="3846588"/>
        </p:xfrm>
        <a:graphic>
          <a:graphicData uri="http://schemas.openxmlformats.org/drawingml/2006/table">
            <a:tbl>
              <a:tblPr firstRow="1" bandRow="1">
                <a:tableStyleId>{69012ECD-51FC-41F1-AA8D-1B2483CD663E}</a:tableStyleId>
              </a:tblPr>
              <a:tblGrid>
                <a:gridCol w="1143001">
                  <a:extLst>
                    <a:ext uri="{9D8B030D-6E8A-4147-A177-3AD203B41FA5}">
                      <a16:colId xmlns:a16="http://schemas.microsoft.com/office/drawing/2014/main" val="2293961131"/>
                    </a:ext>
                  </a:extLst>
                </a:gridCol>
                <a:gridCol w="2005195">
                  <a:extLst>
                    <a:ext uri="{9D8B030D-6E8A-4147-A177-3AD203B41FA5}">
                      <a16:colId xmlns:a16="http://schemas.microsoft.com/office/drawing/2014/main" val="1162240863"/>
                    </a:ext>
                  </a:extLst>
                </a:gridCol>
                <a:gridCol w="2052455">
                  <a:extLst>
                    <a:ext uri="{9D8B030D-6E8A-4147-A177-3AD203B41FA5}">
                      <a16:colId xmlns:a16="http://schemas.microsoft.com/office/drawing/2014/main" val="2648990186"/>
                    </a:ext>
                  </a:extLst>
                </a:gridCol>
                <a:gridCol w="2355022">
                  <a:extLst>
                    <a:ext uri="{9D8B030D-6E8A-4147-A177-3AD203B41FA5}">
                      <a16:colId xmlns:a16="http://schemas.microsoft.com/office/drawing/2014/main" val="1984032130"/>
                    </a:ext>
                  </a:extLst>
                </a:gridCol>
                <a:gridCol w="2417003">
                  <a:extLst>
                    <a:ext uri="{9D8B030D-6E8A-4147-A177-3AD203B41FA5}">
                      <a16:colId xmlns:a16="http://schemas.microsoft.com/office/drawing/2014/main" val="2824824177"/>
                    </a:ext>
                  </a:extLst>
                </a:gridCol>
              </a:tblGrid>
              <a:tr h="463165">
                <a:tc>
                  <a:txBody>
                    <a:bodyPr/>
                    <a:lstStyle/>
                    <a:p>
                      <a:pPr algn="ctr"/>
                      <a:endParaRPr lang="en-US" sz="1200" dirty="0">
                        <a:solidFill>
                          <a:srgbClr val="FFFFFF"/>
                        </a:solidFill>
                      </a:endParaRPr>
                    </a:p>
                  </a:txBody>
                  <a:tcPr marL="121920" marR="121920" marT="60960" marB="60960" anchor="ctr"/>
                </a:tc>
                <a:tc>
                  <a:txBody>
                    <a:bodyPr/>
                    <a:lstStyle/>
                    <a:p>
                      <a:pPr marL="0" algn="ctr" defTabSz="914377" rtl="0" eaLnBrk="1" latinLnBrk="0" hangingPunct="1"/>
                      <a:r>
                        <a:rPr lang="en-US" sz="1200" b="1" kern="1200" dirty="0" err="1">
                          <a:solidFill>
                            <a:srgbClr val="FFFFFF"/>
                          </a:solidFill>
                          <a:latin typeface="+mn-lt"/>
                          <a:ea typeface="+mn-ea"/>
                          <a:cs typeface="+mn-cs"/>
                        </a:rPr>
                        <a:t>药物</a:t>
                      </a:r>
                      <a:endParaRPr lang="en-US" sz="1200" b="1" kern="1200" dirty="0">
                        <a:solidFill>
                          <a:srgbClr val="FFFFFF"/>
                        </a:solidFill>
                        <a:latin typeface="+mn-lt"/>
                        <a:ea typeface="+mn-ea"/>
                        <a:cs typeface="+mn-cs"/>
                      </a:endParaRPr>
                    </a:p>
                  </a:txBody>
                  <a:tcPr marL="121920" marR="121920" marT="60960" marB="60960" anchor="ctr"/>
                </a:tc>
                <a:tc>
                  <a:txBody>
                    <a:bodyPr/>
                    <a:lstStyle/>
                    <a:p>
                      <a:pPr marL="0" algn="ctr" defTabSz="914377" rtl="0" eaLnBrk="1" latinLnBrk="0" hangingPunct="1"/>
                      <a:r>
                        <a:rPr lang="en-US" sz="1200" b="1" kern="1200" dirty="0" err="1">
                          <a:solidFill>
                            <a:srgbClr val="FFFFFF"/>
                          </a:solidFill>
                          <a:latin typeface="+mn-lt"/>
                          <a:ea typeface="+mn-ea"/>
                          <a:cs typeface="+mn-cs"/>
                        </a:rPr>
                        <a:t>数字疗法</a:t>
                      </a:r>
                      <a:endParaRPr lang="en-US" sz="1200" b="1" kern="1200" dirty="0">
                        <a:solidFill>
                          <a:srgbClr val="FFFFFF"/>
                        </a:solidFill>
                        <a:latin typeface="+mn-lt"/>
                        <a:ea typeface="+mn-ea"/>
                        <a:cs typeface="+mn-cs"/>
                      </a:endParaRPr>
                    </a:p>
                  </a:txBody>
                  <a:tcPr marL="121920" marR="121920" marT="60960" marB="60960" anchor="ctr"/>
                </a:tc>
                <a:tc>
                  <a:txBody>
                    <a:bodyPr/>
                    <a:lstStyle/>
                    <a:p>
                      <a:pPr marL="0" algn="ctr" defTabSz="914377" rtl="0" eaLnBrk="1" latinLnBrk="0" hangingPunct="1"/>
                      <a:r>
                        <a:rPr lang="en-US" sz="1200" b="1" kern="1200" dirty="0" err="1">
                          <a:solidFill>
                            <a:srgbClr val="FFFFFF"/>
                          </a:solidFill>
                          <a:latin typeface="+mn-lt"/>
                          <a:ea typeface="+mn-ea"/>
                          <a:cs typeface="+mn-cs"/>
                        </a:rPr>
                        <a:t>光照</a:t>
                      </a:r>
                      <a:endParaRPr lang="en-US" sz="1200" b="1" kern="1200" dirty="0">
                        <a:solidFill>
                          <a:srgbClr val="FFFFFF"/>
                        </a:solidFill>
                        <a:latin typeface="+mn-lt"/>
                        <a:ea typeface="+mn-ea"/>
                        <a:cs typeface="+mn-cs"/>
                      </a:endParaRPr>
                    </a:p>
                  </a:txBody>
                  <a:tcPr marL="121920" marR="121920" marT="60960" marB="60960" anchor="ctr"/>
                </a:tc>
                <a:tc>
                  <a:txBody>
                    <a:bodyPr/>
                    <a:lstStyle/>
                    <a:p>
                      <a:pPr marL="0" algn="ctr" defTabSz="914377" rtl="0" eaLnBrk="1" latinLnBrk="0" hangingPunct="1"/>
                      <a:r>
                        <a:rPr lang="en-US" sz="1200" b="1" kern="1200" dirty="0" err="1">
                          <a:solidFill>
                            <a:srgbClr val="FFFFFF"/>
                          </a:solidFill>
                          <a:latin typeface="+mn-lt"/>
                          <a:ea typeface="+mn-ea"/>
                          <a:cs typeface="+mn-cs"/>
                        </a:rPr>
                        <a:t>超声</a:t>
                      </a:r>
                      <a:endParaRPr lang="en-US" sz="1200" b="1" kern="1200" dirty="0">
                        <a:solidFill>
                          <a:srgbClr val="FFFFFF"/>
                        </a:solidFill>
                        <a:latin typeface="+mn-lt"/>
                        <a:ea typeface="+mn-ea"/>
                        <a:cs typeface="+mn-cs"/>
                      </a:endParaRPr>
                    </a:p>
                  </a:txBody>
                  <a:tcPr marL="121920" marR="121920" marT="60960" marB="60960" anchor="ctr"/>
                </a:tc>
                <a:extLst>
                  <a:ext uri="{0D108BD9-81ED-4DB2-BD59-A6C34878D82A}">
                    <a16:rowId xmlns:a16="http://schemas.microsoft.com/office/drawing/2014/main" val="2057360796"/>
                  </a:ext>
                </a:extLst>
              </a:tr>
              <a:tr h="778223">
                <a:tc>
                  <a:txBody>
                    <a:bodyPr/>
                    <a:lstStyle/>
                    <a:p>
                      <a:r>
                        <a:rPr lang="en-GB" sz="1200" b="1" dirty="0" err="1"/>
                        <a:t>机制</a:t>
                      </a:r>
                      <a:endParaRPr lang="en-GB" sz="1200" b="1" dirty="0"/>
                    </a:p>
                  </a:txBody>
                  <a:tcPr anchor="ctr">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mn-lt"/>
                          <a:ea typeface="+mn-ea"/>
                          <a:cs typeface="+mn-cs"/>
                        </a:rPr>
                        <a:t>淀粉样</a:t>
                      </a:r>
                      <a:r>
                        <a:rPr lang="el-GR" sz="1200" b="0" kern="1200" dirty="0">
                          <a:solidFill>
                            <a:schemeClr val="tx1"/>
                          </a:solidFill>
                          <a:latin typeface="+mn-lt"/>
                          <a:ea typeface="+mn-ea"/>
                          <a:cs typeface="+mn-cs"/>
                        </a:rPr>
                        <a:t>β-</a:t>
                      </a:r>
                      <a:r>
                        <a:rPr lang="zh-CN" altLang="en-US" sz="1200" b="0" kern="1200" dirty="0">
                          <a:solidFill>
                            <a:schemeClr val="tx1"/>
                          </a:solidFill>
                          <a:latin typeface="+mn-lt"/>
                          <a:ea typeface="+mn-ea"/>
                          <a:cs typeface="+mn-cs"/>
                        </a:rPr>
                        <a:t>定向抗体</a:t>
                      </a:r>
                    </a:p>
                  </a:txBody>
                  <a:tcPr marL="121920" marR="121920" marT="60960" marB="60960" anchor="ctr">
                    <a:solidFill>
                      <a:srgbClr val="FEF8F9"/>
                    </a:solidFill>
                  </a:tcPr>
                </a:tc>
                <a:tc>
                  <a:txBody>
                    <a:bodyPr/>
                    <a:lstStyle/>
                    <a:p>
                      <a:pPr marL="0" algn="l" defTabSz="914377" rtl="0" eaLnBrk="1" latinLnBrk="0" hangingPunct="1"/>
                      <a:r>
                        <a:rPr lang="en-US" sz="1200" b="0" kern="1200" dirty="0" err="1">
                          <a:solidFill>
                            <a:schemeClr val="tx1"/>
                          </a:solidFill>
                          <a:latin typeface="+mn-lt"/>
                          <a:ea typeface="+mn-ea"/>
                          <a:cs typeface="+mn-cs"/>
                        </a:rPr>
                        <a:t>认知训练</a:t>
                      </a:r>
                      <a:endParaRPr lang="en-US" sz="1200" b="0" kern="1200" dirty="0">
                        <a:solidFill>
                          <a:schemeClr val="tx1"/>
                        </a:solidFill>
                        <a:latin typeface="+mn-lt"/>
                        <a:ea typeface="+mn-ea"/>
                        <a:cs typeface="+mn-cs"/>
                      </a:endParaRPr>
                    </a:p>
                  </a:txBody>
                  <a:tcPr marL="121920" marR="121920" marT="60960" marB="60960" anchor="ctr">
                    <a:solidFill>
                      <a:srgbClr val="FEF8F9"/>
                    </a:solidFill>
                  </a:tcPr>
                </a:tc>
                <a:tc>
                  <a:txBody>
                    <a:bodyPr/>
                    <a:lstStyle/>
                    <a:p>
                      <a:pPr marL="0" algn="l" defTabSz="914377" rtl="0" eaLnBrk="1" latinLnBrk="0" hangingPunct="1"/>
                      <a:r>
                        <a:rPr lang="zh-CN" altLang="en-US" sz="1200" b="0" kern="1200" dirty="0">
                          <a:solidFill>
                            <a:schemeClr val="tx1"/>
                          </a:solidFill>
                          <a:latin typeface="+mn-lt"/>
                          <a:ea typeface="+mn-ea"/>
                          <a:cs typeface="+mn-cs"/>
                        </a:rPr>
                        <a:t>激活大脑中的细胞，以清除阿尔茨海默病中常见的</a:t>
                      </a:r>
                      <a:r>
                        <a:rPr lang="el-GR" sz="1200" b="0" kern="1200" dirty="0">
                          <a:solidFill>
                            <a:schemeClr val="tx1"/>
                          </a:solidFill>
                          <a:latin typeface="+mn-lt"/>
                          <a:ea typeface="+mn-ea"/>
                          <a:cs typeface="+mn-cs"/>
                        </a:rPr>
                        <a:t>β-</a:t>
                      </a:r>
                      <a:r>
                        <a:rPr lang="zh-CN" altLang="en-US" sz="1200" b="0" kern="1200" dirty="0">
                          <a:solidFill>
                            <a:schemeClr val="tx1"/>
                          </a:solidFill>
                          <a:latin typeface="+mn-lt"/>
                          <a:ea typeface="+mn-ea"/>
                          <a:cs typeface="+mn-cs"/>
                        </a:rPr>
                        <a:t>淀粉样斑块</a:t>
                      </a:r>
                      <a:endParaRPr lang="en-US" sz="1200" b="0" kern="1200" dirty="0">
                        <a:solidFill>
                          <a:schemeClr val="tx1"/>
                        </a:solidFill>
                        <a:latin typeface="+mn-lt"/>
                        <a:ea typeface="+mn-ea"/>
                        <a:cs typeface="+mn-cs"/>
                      </a:endParaRPr>
                    </a:p>
                  </a:txBody>
                  <a:tcPr marL="121920" marR="121920" marT="60960" marB="60960" anchor="ctr">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mn-lt"/>
                          <a:ea typeface="+mn-ea"/>
                          <a:cs typeface="+mn-cs"/>
                        </a:rPr>
                        <a:t>打开血脑屏障，阻止毒素、细菌和其他物质从血液进入脑组织</a:t>
                      </a:r>
                      <a:endParaRPr lang="en-US" sz="1200" b="0" kern="1200" dirty="0">
                        <a:solidFill>
                          <a:schemeClr val="tx1"/>
                        </a:solidFill>
                        <a:latin typeface="+mn-lt"/>
                        <a:ea typeface="+mn-ea"/>
                        <a:cs typeface="+mn-cs"/>
                      </a:endParaRPr>
                    </a:p>
                  </a:txBody>
                  <a:tcPr marL="121920" marR="121920" marT="60960" marB="60960" anchor="ctr">
                    <a:solidFill>
                      <a:srgbClr val="FEF8F9"/>
                    </a:solidFill>
                  </a:tcPr>
                </a:tc>
                <a:extLst>
                  <a:ext uri="{0D108BD9-81ED-4DB2-BD59-A6C34878D82A}">
                    <a16:rowId xmlns:a16="http://schemas.microsoft.com/office/drawing/2014/main" val="332255128"/>
                  </a:ext>
                </a:extLst>
              </a:tr>
              <a:tr h="636852">
                <a:tc>
                  <a:txBody>
                    <a:bodyPr/>
                    <a:lstStyle/>
                    <a:p>
                      <a:r>
                        <a:rPr lang="en-GB" sz="1200" b="1" dirty="0" err="1"/>
                        <a:t>发展阶段</a:t>
                      </a:r>
                      <a:endParaRPr lang="en-GB" sz="1200" b="1" dirty="0"/>
                    </a:p>
                  </a:txBody>
                  <a:tcPr anchor="ctr">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err="1">
                          <a:solidFill>
                            <a:schemeClr val="tx1"/>
                          </a:solidFill>
                          <a:latin typeface="+mn-lt"/>
                          <a:ea typeface="+mn-ea"/>
                          <a:cs typeface="+mn-cs"/>
                        </a:rPr>
                        <a:t>批准上市</a:t>
                      </a:r>
                      <a:endParaRPr lang="en-US" sz="1200" b="0" kern="1200" dirty="0">
                        <a:solidFill>
                          <a:schemeClr val="tx1"/>
                        </a:solidFill>
                        <a:latin typeface="+mn-lt"/>
                        <a:ea typeface="+mn-ea"/>
                        <a:cs typeface="+mn-cs"/>
                      </a:endParaRPr>
                    </a:p>
                  </a:txBody>
                  <a:tcPr marL="121920" marR="121920" marT="60960" marB="60960" anchor="ctr">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err="1">
                          <a:solidFill>
                            <a:schemeClr val="tx1"/>
                          </a:solidFill>
                          <a:latin typeface="+mn-lt"/>
                          <a:ea typeface="+mn-ea"/>
                          <a:cs typeface="+mn-cs"/>
                        </a:rPr>
                        <a:t>早期临床试验</a:t>
                      </a:r>
                      <a:endParaRPr lang="en-US" sz="1200" b="0" kern="1200" dirty="0">
                        <a:solidFill>
                          <a:schemeClr val="tx1"/>
                        </a:solidFill>
                        <a:latin typeface="+mn-lt"/>
                        <a:ea typeface="+mn-ea"/>
                        <a:cs typeface="+mn-cs"/>
                      </a:endParaRPr>
                    </a:p>
                  </a:txBody>
                  <a:tcPr marL="121920" marR="121920" marT="60960" marB="60960" anchor="ctr">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err="1">
                          <a:solidFill>
                            <a:schemeClr val="tx1"/>
                          </a:solidFill>
                          <a:latin typeface="+mn-lt"/>
                          <a:ea typeface="+mn-ea"/>
                          <a:cs typeface="+mn-cs"/>
                        </a:rPr>
                        <a:t>早期临床试验</a:t>
                      </a:r>
                      <a:endParaRPr lang="en-US" sz="1200" b="0" kern="1200" dirty="0">
                        <a:solidFill>
                          <a:schemeClr val="tx1"/>
                        </a:solidFill>
                        <a:latin typeface="+mn-lt"/>
                        <a:ea typeface="+mn-ea"/>
                        <a:cs typeface="+mn-cs"/>
                      </a:endParaRPr>
                    </a:p>
                  </a:txBody>
                  <a:tcPr marL="121920" marR="121920" marT="60960" marB="60960" anchor="ctr">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err="1">
                          <a:solidFill>
                            <a:schemeClr val="tx1"/>
                          </a:solidFill>
                          <a:latin typeface="+mn-lt"/>
                          <a:ea typeface="+mn-ea"/>
                          <a:cs typeface="+mn-cs"/>
                        </a:rPr>
                        <a:t>早期临床试验</a:t>
                      </a:r>
                      <a:endParaRPr lang="en-US" sz="1200" b="0" kern="1200" dirty="0">
                        <a:solidFill>
                          <a:schemeClr val="tx1"/>
                        </a:solidFill>
                        <a:latin typeface="+mn-lt"/>
                        <a:ea typeface="+mn-ea"/>
                        <a:cs typeface="+mn-cs"/>
                      </a:endParaRPr>
                    </a:p>
                  </a:txBody>
                  <a:tcPr marL="121920" marR="121920" marT="60960" marB="60960" anchor="ctr">
                    <a:solidFill>
                      <a:srgbClr val="FEF8F9"/>
                    </a:solidFill>
                  </a:tcPr>
                </a:tc>
                <a:extLst>
                  <a:ext uri="{0D108BD9-81ED-4DB2-BD59-A6C34878D82A}">
                    <a16:rowId xmlns:a16="http://schemas.microsoft.com/office/drawing/2014/main" val="1810450668"/>
                  </a:ext>
                </a:extLst>
              </a:tr>
              <a:tr h="749148">
                <a:tc>
                  <a:txBody>
                    <a:bodyPr/>
                    <a:lstStyle/>
                    <a:p>
                      <a:r>
                        <a:rPr lang="en-GB" sz="1200" b="1" dirty="0" err="1"/>
                        <a:t>有效性</a:t>
                      </a:r>
                      <a:endParaRPr lang="en-GB" sz="1200" b="1" dirty="0"/>
                    </a:p>
                  </a:txBody>
                  <a:tcPr anchor="ctr">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mn-lt"/>
                          <a:ea typeface="+mn-ea"/>
                          <a:cs typeface="+mn-cs"/>
                        </a:rPr>
                        <a:t> </a:t>
                      </a:r>
                    </a:p>
                  </a:txBody>
                  <a:tcPr marL="121920" marR="121920" marT="60960" marB="60960" anchor="ctr">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latin typeface="+mn-lt"/>
                        <a:ea typeface="+mn-ea"/>
                        <a:cs typeface="+mn-cs"/>
                      </a:endParaRPr>
                    </a:p>
                  </a:txBody>
                  <a:tcPr marL="121920" marR="121920" marT="60960" marB="60960" anchor="ctr">
                    <a:solidFill>
                      <a:srgbClr val="FEF8F9"/>
                    </a:solidFill>
                  </a:tcPr>
                </a:tc>
                <a:tc>
                  <a:txBody>
                    <a:bodyPr/>
                    <a:lstStyle/>
                    <a:p>
                      <a:r>
                        <a:rPr lang="en-US" sz="1200" b="0" kern="1200" dirty="0">
                          <a:solidFill>
                            <a:schemeClr val="tx1"/>
                          </a:solidFill>
                          <a:latin typeface="+mn-lt"/>
                          <a:ea typeface="+mn-ea"/>
                          <a:cs typeface="+mn-cs"/>
                        </a:rPr>
                        <a:t>N/A</a:t>
                      </a:r>
                    </a:p>
                  </a:txBody>
                  <a:tcPr marL="121920" marR="121920" marT="60960" marB="60960" anchor="ctr">
                    <a:solidFill>
                      <a:srgbClr val="FEF8F9"/>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mn-lt"/>
                          <a:ea typeface="+mn-ea"/>
                          <a:cs typeface="+mn-cs"/>
                        </a:rPr>
                        <a:t>N/A</a:t>
                      </a:r>
                    </a:p>
                  </a:txBody>
                  <a:tcPr marL="121920" marR="121920" marT="60960" marB="60960" anchor="ctr">
                    <a:solidFill>
                      <a:srgbClr val="FEF8F9"/>
                    </a:solidFill>
                  </a:tcPr>
                </a:tc>
                <a:extLst>
                  <a:ext uri="{0D108BD9-81ED-4DB2-BD59-A6C34878D82A}">
                    <a16:rowId xmlns:a16="http://schemas.microsoft.com/office/drawing/2014/main" val="3710609150"/>
                  </a:ext>
                </a:extLst>
              </a:tr>
              <a:tr h="788768">
                <a:tc>
                  <a:txBody>
                    <a:bodyPr/>
                    <a:lstStyle/>
                    <a:p>
                      <a:r>
                        <a:rPr lang="en-GB" sz="1200" b="1" dirty="0" err="1"/>
                        <a:t>案例公司</a:t>
                      </a:r>
                      <a:endParaRPr lang="en-GB" sz="1200" b="1" dirty="0"/>
                    </a:p>
                  </a:txBody>
                  <a:tcPr anchor="ctr">
                    <a:solidFill>
                      <a:srgbClr val="FEF8F9"/>
                    </a:solidFill>
                  </a:tcPr>
                </a:tc>
                <a:tc>
                  <a:txBody>
                    <a:bodyPr/>
                    <a:lstStyle/>
                    <a:p>
                      <a:pPr marL="0" marR="0" lvl="0" indent="-171450" algn="l" defTabSz="45718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dirty="0">
                          <a:ln>
                            <a:noFill/>
                          </a:ln>
                          <a:solidFill>
                            <a:srgbClr val="242424"/>
                          </a:solidFill>
                          <a:effectLst/>
                          <a:uLnTx/>
                          <a:uFillTx/>
                          <a:latin typeface="+mn-lt"/>
                          <a:ea typeface="+mn-ea"/>
                          <a:cs typeface="Arial"/>
                        </a:rPr>
                        <a:t>Biogen</a:t>
                      </a:r>
                    </a:p>
                    <a:p>
                      <a:pPr marL="0" marR="0" lvl="0" indent="-171450" algn="l" defTabSz="45718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dirty="0">
                          <a:ln>
                            <a:noFill/>
                          </a:ln>
                          <a:solidFill>
                            <a:srgbClr val="242424"/>
                          </a:solidFill>
                          <a:effectLst/>
                          <a:uLnTx/>
                          <a:uFillTx/>
                          <a:latin typeface="+mn-lt"/>
                          <a:ea typeface="+mn-ea"/>
                          <a:cs typeface="Arial"/>
                        </a:rPr>
                        <a:t>Eli Lilly</a:t>
                      </a:r>
                    </a:p>
                  </a:txBody>
                  <a:tcPr marL="121920" marR="121920" marT="60960" marB="60960" anchor="ctr">
                    <a:solidFill>
                      <a:srgbClr val="FEF8F9"/>
                    </a:solidFill>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err="1">
                          <a:solidFill>
                            <a:schemeClr val="tx1"/>
                          </a:solidFill>
                          <a:latin typeface="+mn-lt"/>
                          <a:ea typeface="+mn-ea"/>
                          <a:cs typeface="+mn-cs"/>
                        </a:rPr>
                        <a:t>Emocog</a:t>
                      </a:r>
                      <a:endParaRPr lang="en-US" sz="1200" b="0" kern="1200" dirty="0">
                        <a:solidFill>
                          <a:schemeClr val="tx1"/>
                        </a:solidFill>
                        <a:latin typeface="+mn-lt"/>
                        <a:ea typeface="+mn-ea"/>
                        <a:cs typeface="+mn-cs"/>
                      </a:endParaRP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a:solidFill>
                            <a:schemeClr val="tx1"/>
                          </a:solidFill>
                          <a:latin typeface="+mn-lt"/>
                          <a:ea typeface="+mn-ea"/>
                          <a:cs typeface="+mn-cs"/>
                        </a:rPr>
                        <a:t>Brain+ A/S (conversation)</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a:solidFill>
                            <a:schemeClr val="tx1"/>
                          </a:solidFill>
                          <a:latin typeface="+mn-lt"/>
                          <a:ea typeface="+mn-ea"/>
                          <a:cs typeface="+mn-cs"/>
                        </a:rPr>
                        <a:t>LUCID therapeutics </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a:solidFill>
                            <a:schemeClr val="tx1"/>
                          </a:solidFill>
                          <a:latin typeface="+mn-lt"/>
                          <a:ea typeface="+mn-ea"/>
                          <a:cs typeface="+mn-cs"/>
                        </a:rPr>
                        <a:t>DTHR-ALZ (BT) (reminiscence therapy)</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dirty="0" err="1">
                          <a:solidFill>
                            <a:schemeClr val="tx1"/>
                          </a:solidFill>
                          <a:latin typeface="+mn-lt"/>
                          <a:ea typeface="+mn-ea"/>
                          <a:cs typeface="+mn-cs"/>
                        </a:rPr>
                        <a:t>Dthera</a:t>
                      </a:r>
                      <a:r>
                        <a:rPr lang="en-US" sz="1200" b="0" kern="1200" dirty="0">
                          <a:solidFill>
                            <a:schemeClr val="tx1"/>
                          </a:solidFill>
                          <a:latin typeface="+mn-lt"/>
                          <a:ea typeface="+mn-ea"/>
                          <a:cs typeface="+mn-cs"/>
                        </a:rPr>
                        <a:t> (BT)</a:t>
                      </a:r>
                    </a:p>
                  </a:txBody>
                  <a:tcPr marL="121920" marR="121920" marT="60960" marB="60960" anchor="ctr">
                    <a:solidFill>
                      <a:srgbClr val="FEF8F9"/>
                    </a:solidFill>
                  </a:tcPr>
                </a:tc>
                <a:tc>
                  <a:txBody>
                    <a:bodyPr/>
                    <a:lstStyle/>
                    <a:p>
                      <a:pPr marL="171450" marR="0" lvl="0" indent="-171450" algn="l" defTabSz="45718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dirty="0">
                          <a:ln>
                            <a:noFill/>
                          </a:ln>
                          <a:solidFill>
                            <a:srgbClr val="242424"/>
                          </a:solidFill>
                          <a:effectLst/>
                          <a:uLnTx/>
                          <a:uFillTx/>
                          <a:latin typeface="+mn-lt"/>
                          <a:ea typeface="+mn-ea"/>
                          <a:cs typeface="Arial"/>
                        </a:rPr>
                        <a:t>Cognito</a:t>
                      </a:r>
                    </a:p>
                    <a:p>
                      <a:pPr marL="171450" marR="0" lvl="0" indent="-171450" algn="l" defTabSz="45718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dirty="0" err="1">
                          <a:ln>
                            <a:noFill/>
                          </a:ln>
                          <a:solidFill>
                            <a:srgbClr val="242424"/>
                          </a:solidFill>
                          <a:effectLst/>
                          <a:uLnTx/>
                          <a:uFillTx/>
                          <a:latin typeface="+mn-lt"/>
                          <a:ea typeface="+mn-ea"/>
                          <a:cs typeface="Arial"/>
                        </a:rPr>
                        <a:t>Vielights</a:t>
                      </a:r>
                      <a:endParaRPr kumimoji="0" lang="en-US" sz="1200" b="0" i="0" u="none" strike="noStrike" kern="1200" cap="none" spc="0" normalizeH="0" baseline="0" dirty="0">
                        <a:ln>
                          <a:noFill/>
                        </a:ln>
                        <a:solidFill>
                          <a:srgbClr val="242424"/>
                        </a:solidFill>
                        <a:effectLst/>
                        <a:uLnTx/>
                        <a:uFillTx/>
                        <a:latin typeface="+mn-lt"/>
                        <a:ea typeface="+mn-ea"/>
                        <a:cs typeface="Arial"/>
                      </a:endParaRPr>
                    </a:p>
                    <a:p>
                      <a:pPr marL="171450" marR="0" lvl="0" indent="-171450" algn="l" defTabSz="457189"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dirty="0">
                        <a:ln>
                          <a:noFill/>
                        </a:ln>
                        <a:solidFill>
                          <a:srgbClr val="242424"/>
                        </a:solidFill>
                        <a:effectLst/>
                        <a:uLnTx/>
                        <a:uFillTx/>
                        <a:latin typeface="+mn-lt"/>
                        <a:ea typeface="+mn-ea"/>
                        <a:cs typeface="Arial"/>
                      </a:endParaRPr>
                    </a:p>
                  </a:txBody>
                  <a:tcPr marL="121920" marR="121920" marT="60960" marB="60960" anchor="ctr">
                    <a:solidFill>
                      <a:srgbClr val="FEF8F9"/>
                    </a:solidFill>
                  </a:tcPr>
                </a:tc>
                <a:tc>
                  <a:txBody>
                    <a:bodyPr/>
                    <a:lstStyle/>
                    <a:p>
                      <a:pPr marL="274320" marR="0" lvl="0" indent="-219075" algn="l" defTabSz="914400" rtl="0" eaLnBrk="1" fontAlgn="base"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b="0" i="0" u="none" strike="noStrike" kern="1200" cap="none" spc="0" normalizeH="0" baseline="0" dirty="0">
                          <a:ln>
                            <a:noFill/>
                          </a:ln>
                          <a:solidFill>
                            <a:srgbClr val="242424"/>
                          </a:solidFill>
                          <a:effectLst/>
                          <a:uLnTx/>
                          <a:uFillTx/>
                          <a:latin typeface="+mn-lt"/>
                          <a:ea typeface="+mn-ea"/>
                          <a:cs typeface="Arial"/>
                        </a:rPr>
                        <a:t>Largely remained in academic</a:t>
                      </a:r>
                    </a:p>
                    <a:p>
                      <a:pPr marL="274320" marR="0" lvl="0" indent="-219075" algn="l" defTabSz="914400" rtl="0" eaLnBrk="1" fontAlgn="base"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b="0" i="0" u="none" strike="noStrike" kern="1200" cap="none" spc="0" normalizeH="0" baseline="0" dirty="0" err="1">
                          <a:ln>
                            <a:noFill/>
                          </a:ln>
                          <a:solidFill>
                            <a:srgbClr val="242424"/>
                          </a:solidFill>
                          <a:effectLst/>
                          <a:uLnTx/>
                          <a:uFillTx/>
                          <a:latin typeface="+mn-lt"/>
                          <a:ea typeface="+mn-ea"/>
                          <a:cs typeface="Arial"/>
                        </a:rPr>
                        <a:t>InSightec</a:t>
                      </a:r>
                      <a:r>
                        <a:rPr kumimoji="0" lang="en-US" sz="1200" b="0" i="0" u="none" strike="noStrike" kern="1200" cap="none" spc="0" normalizeH="0" baseline="0" dirty="0">
                          <a:ln>
                            <a:noFill/>
                          </a:ln>
                          <a:solidFill>
                            <a:srgbClr val="242424"/>
                          </a:solidFill>
                          <a:effectLst/>
                          <a:uLnTx/>
                          <a:uFillTx/>
                          <a:latin typeface="+mn-lt"/>
                          <a:ea typeface="+mn-ea"/>
                          <a:cs typeface="Arial"/>
                        </a:rPr>
                        <a:t> (phase NA)</a:t>
                      </a:r>
                    </a:p>
                  </a:txBody>
                  <a:tcPr marL="121920" marR="121920" marT="60960" marB="60960" anchor="ctr">
                    <a:solidFill>
                      <a:srgbClr val="FEF8F9"/>
                    </a:solidFill>
                  </a:tcPr>
                </a:tc>
                <a:extLst>
                  <a:ext uri="{0D108BD9-81ED-4DB2-BD59-A6C34878D82A}">
                    <a16:rowId xmlns:a16="http://schemas.microsoft.com/office/drawing/2014/main" val="420681661"/>
                  </a:ext>
                </a:extLst>
              </a:tr>
            </a:tbl>
          </a:graphicData>
        </a:graphic>
      </p:graphicFrame>
    </p:spTree>
    <p:extLst>
      <p:ext uri="{BB962C8B-B14F-4D97-AF65-F5344CB8AC3E}">
        <p14:creationId xmlns:p14="http://schemas.microsoft.com/office/powerpoint/2010/main" val="1439831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00149" y="618172"/>
            <a:ext cx="9039003" cy="443198"/>
          </a:xfrm>
        </p:spPr>
        <p:txBody>
          <a:bodyPr/>
          <a:lstStyle/>
          <a:p>
            <a:r>
              <a:rPr kumimoji="1" lang="zh-CN" altLang="en-US" b="1" dirty="0">
                <a:solidFill>
                  <a:srgbClr val="2E2C2C"/>
                </a:solidFill>
                <a:latin typeface="STKaiti" panose="02010600040101010101" pitchFamily="2" charset="-122"/>
                <a:ea typeface="STKaiti" panose="02010600040101010101" pitchFamily="2" charset="-122"/>
                <a:cs typeface="Noto Sans S Chinese Bold" charset="-122"/>
              </a:rPr>
              <a:t>神经系统疾病数字疗法产业版图</a:t>
            </a:r>
            <a:endParaRPr kumimoji="1" lang="zh-CN" altLang="en-US" sz="2800" b="1" dirty="0">
              <a:latin typeface="STKaiti" panose="02010600040101010101" pitchFamily="2" charset="-122"/>
              <a:ea typeface="STKaiti" panose="02010600040101010101" pitchFamily="2" charset="-122"/>
              <a:cs typeface="Noto Sans S Chinese Regular" charset="-122"/>
            </a:endParaRPr>
          </a:p>
        </p:txBody>
      </p:sp>
      <p:pic>
        <p:nvPicPr>
          <p:cNvPr id="25" name="Graphic 10">
            <a:extLst>
              <a:ext uri="{FF2B5EF4-FFF2-40B4-BE49-F238E27FC236}">
                <a16:creationId xmlns:a16="http://schemas.microsoft.com/office/drawing/2014/main" id="{CCF3B9A0-F1C2-9E47-BF4F-D73FF3FECD4C}"/>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726831" y="6228013"/>
            <a:ext cx="990038" cy="256676"/>
          </a:xfrm>
          <a:prstGeom prst="rect">
            <a:avLst/>
          </a:prstGeom>
        </p:spPr>
      </p:pic>
      <p:pic>
        <p:nvPicPr>
          <p:cNvPr id="4" name="图片 3">
            <a:extLst>
              <a:ext uri="{FF2B5EF4-FFF2-40B4-BE49-F238E27FC236}">
                <a16:creationId xmlns:a16="http://schemas.microsoft.com/office/drawing/2014/main" id="{085F8F98-4877-C846-B1AC-0436927178AC}"/>
              </a:ext>
            </a:extLst>
          </p:cNvPr>
          <p:cNvPicPr>
            <a:picLocks noChangeAspect="1"/>
          </p:cNvPicPr>
          <p:nvPr/>
        </p:nvPicPr>
        <p:blipFill rotWithShape="1">
          <a:blip r:embed="rId5"/>
          <a:srcRect t="5322" b="41885"/>
          <a:stretch/>
        </p:blipFill>
        <p:spPr>
          <a:xfrm>
            <a:off x="1140676" y="1509603"/>
            <a:ext cx="9272063" cy="4730225"/>
          </a:xfrm>
          <a:prstGeom prst="rect">
            <a:avLst/>
          </a:prstGeom>
        </p:spPr>
      </p:pic>
    </p:spTree>
    <p:extLst>
      <p:ext uri="{BB962C8B-B14F-4D97-AF65-F5344CB8AC3E}">
        <p14:creationId xmlns:p14="http://schemas.microsoft.com/office/powerpoint/2010/main" val="3545961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874578F-59A9-534C-B305-074808F8C8ED}"/>
              </a:ext>
            </a:extLst>
          </p:cNvPr>
          <p:cNvSpPr>
            <a:spLocks noGrp="1"/>
          </p:cNvSpPr>
          <p:nvPr>
            <p:ph idx="1"/>
          </p:nvPr>
        </p:nvSpPr>
        <p:spPr>
          <a:xfrm>
            <a:off x="1062717" y="1351465"/>
            <a:ext cx="10066566" cy="4267199"/>
          </a:xfrm>
        </p:spPr>
        <p:txBody>
          <a:bodyPr>
            <a:normAutofit/>
          </a:bodyPr>
          <a:lstStyle/>
          <a:p>
            <a:r>
              <a:rPr lang="en-GB" altLang="zh-CN" dirty="0">
                <a:latin typeface="STKaiti" panose="02010600040101010101" pitchFamily="2" charset="-122"/>
                <a:ea typeface="STKaiti" panose="02010600040101010101" pitchFamily="2" charset="-122"/>
              </a:rPr>
              <a:t>Neurotrack </a:t>
            </a:r>
            <a:r>
              <a:rPr lang="zh-CN" altLang="en-GB" dirty="0">
                <a:latin typeface="STKaiti" panose="02010600040101010101" pitchFamily="2" charset="-122"/>
                <a:ea typeface="STKaiti" panose="02010600040101010101" pitchFamily="2" charset="-122"/>
              </a:rPr>
              <a:t>成立于</a:t>
            </a:r>
            <a:r>
              <a:rPr lang="en-US" altLang="zh-CN" dirty="0">
                <a:latin typeface="STKaiti" panose="02010600040101010101" pitchFamily="2" charset="-122"/>
                <a:ea typeface="STKaiti" panose="02010600040101010101" pitchFamily="2" charset="-122"/>
              </a:rPr>
              <a:t>2012</a:t>
            </a:r>
            <a:r>
              <a:rPr lang="zh-CN" altLang="en-US" dirty="0">
                <a:latin typeface="STKaiti" panose="02010600040101010101" pitchFamily="2" charset="-122"/>
                <a:ea typeface="STKaiti" panose="02010600040101010101" pitchFamily="2" charset="-122"/>
              </a:rPr>
              <a:t>年，总部位于美国。公司致力于通过基于应用程序的认知健康计划，改变阿尔茨海默症和相关痴呆症的诊断和预防方案。其数字认知评估使用突破性的眼动追踪技术，并结合个性化干预计划，可帮助多个年龄段的人群改善认知健康。</a:t>
            </a:r>
            <a:endParaRPr lang="en-US" altLang="zh-CN" dirty="0">
              <a:latin typeface="STKaiti" panose="02010600040101010101" pitchFamily="2" charset="-122"/>
              <a:ea typeface="STKaiti" panose="02010600040101010101" pitchFamily="2" charset="-122"/>
            </a:endParaRPr>
          </a:p>
          <a:p>
            <a:r>
              <a:rPr kumimoji="1" lang="zh-CN" altLang="en-US" dirty="0">
                <a:latin typeface="STKaiti" panose="02010600040101010101" pitchFamily="2" charset="-122"/>
                <a:ea typeface="STKaiti" panose="02010600040101010101" pitchFamily="2" charset="-122"/>
              </a:rPr>
              <a:t>公司的</a:t>
            </a:r>
            <a:r>
              <a:rPr kumimoji="1" lang="zh-CN" altLang="en-US" b="1" dirty="0">
                <a:latin typeface="STKaiti" panose="02010600040101010101" pitchFamily="2" charset="-122"/>
                <a:ea typeface="STKaiti" panose="02010600040101010101" pitchFamily="2" charset="-122"/>
              </a:rPr>
              <a:t>认知评估方案</a:t>
            </a:r>
            <a:r>
              <a:rPr kumimoji="1" lang="zh-CN" altLang="en-US" dirty="0">
                <a:latin typeface="STKaiti" panose="02010600040101010101" pitchFamily="2" charset="-122"/>
                <a:ea typeface="STKaiti" panose="02010600040101010101" pitchFamily="2" charset="-122"/>
              </a:rPr>
              <a:t>衡量的维度包括处理速度、识别记忆、联想学习、联想记忆、自控力、注意力、执行力等。公司开展的</a:t>
            </a:r>
            <a:r>
              <a:rPr kumimoji="1" lang="en-GB" altLang="zh-CN" dirty="0">
                <a:latin typeface="STKaiti" panose="02010600040101010101" pitchFamily="2" charset="-122"/>
                <a:ea typeface="STKaiti" panose="02010600040101010101" pitchFamily="2" charset="-122"/>
              </a:rPr>
              <a:t>FINGER</a:t>
            </a:r>
            <a:r>
              <a:rPr kumimoji="1" lang="zh-CN" altLang="en-US" dirty="0">
                <a:latin typeface="STKaiti" panose="02010600040101010101" pitchFamily="2" charset="-122"/>
                <a:ea typeface="STKaiti" panose="02010600040101010101" pitchFamily="2" charset="-122"/>
              </a:rPr>
              <a:t>计划（芬兰老年干预研究预防认知缺陷和残疾）针对</a:t>
            </a:r>
            <a:r>
              <a:rPr kumimoji="1" lang="en-US" altLang="zh-CN" dirty="0">
                <a:latin typeface="STKaiti" panose="02010600040101010101" pitchFamily="2" charset="-122"/>
                <a:ea typeface="STKaiti" panose="02010600040101010101" pitchFamily="2" charset="-122"/>
              </a:rPr>
              <a:t>1200</a:t>
            </a:r>
            <a:r>
              <a:rPr kumimoji="1" lang="zh-CN" altLang="en-US" dirty="0">
                <a:latin typeface="STKaiti" panose="02010600040101010101" pitchFamily="2" charset="-122"/>
                <a:ea typeface="STKaiti" panose="02010600040101010101" pitchFamily="2" charset="-122"/>
              </a:rPr>
              <a:t>名老年人的认知下降风险进行了多年研究。其中生活方式干预包括饮食、运动和认知训练，参与者认知能力得到普遍改善。</a:t>
            </a:r>
            <a:endParaRPr kumimoji="1" lang="en-US" altLang="zh-CN" dirty="0">
              <a:latin typeface="STKaiti" panose="02010600040101010101" pitchFamily="2" charset="-122"/>
              <a:ea typeface="STKaiti" panose="02010600040101010101" pitchFamily="2" charset="-122"/>
            </a:endParaRPr>
          </a:p>
          <a:p>
            <a:r>
              <a:rPr kumimoji="1" lang="zh-CN" altLang="en-US" dirty="0">
                <a:latin typeface="STKaiti" panose="02010600040101010101" pitchFamily="2" charset="-122"/>
                <a:ea typeface="STKaiti" panose="02010600040101010101" pitchFamily="2" charset="-122"/>
              </a:rPr>
              <a:t>公司另一款产品是已经通过</a:t>
            </a:r>
            <a:r>
              <a:rPr kumimoji="1" lang="en-US" altLang="zh-CN" dirty="0">
                <a:latin typeface="STKaiti" panose="02010600040101010101" pitchFamily="2" charset="-122"/>
                <a:ea typeface="STKaiti" panose="02010600040101010101" pitchFamily="2" charset="-122"/>
              </a:rPr>
              <a:t>1</a:t>
            </a:r>
            <a:r>
              <a:rPr kumimoji="1" lang="zh-CN" altLang="en-US" dirty="0">
                <a:latin typeface="STKaiti" panose="02010600040101010101" pitchFamily="2" charset="-122"/>
                <a:ea typeface="STKaiti" panose="02010600040101010101" pitchFamily="2" charset="-122"/>
              </a:rPr>
              <a:t>期临床的</a:t>
            </a:r>
            <a:r>
              <a:rPr kumimoji="1" lang="zh-CN" altLang="en-US" b="1" dirty="0">
                <a:latin typeface="STKaiti" panose="02010600040101010101" pitchFamily="2" charset="-122"/>
                <a:ea typeface="STKaiti" panose="02010600040101010101" pitchFamily="2" charset="-122"/>
              </a:rPr>
              <a:t>认知健康计划</a:t>
            </a:r>
            <a:r>
              <a:rPr kumimoji="1" lang="zh-CN" altLang="en-US" dirty="0">
                <a:latin typeface="STKaiti" panose="02010600040101010101" pitchFamily="2" charset="-122"/>
                <a:ea typeface="STKaiti" panose="02010600040101010101" pitchFamily="2" charset="-122"/>
              </a:rPr>
              <a:t>，</a:t>
            </a:r>
            <a:r>
              <a:rPr kumimoji="1" lang="en-US" altLang="zh-CN" dirty="0">
                <a:latin typeface="STKaiti" panose="02010600040101010101" pitchFamily="2" charset="-122"/>
                <a:ea typeface="STKaiti" panose="02010600040101010101" pitchFamily="2" charset="-122"/>
              </a:rPr>
              <a:t>1</a:t>
            </a:r>
            <a:r>
              <a:rPr kumimoji="1" lang="zh-CN" altLang="en-US" dirty="0">
                <a:latin typeface="STKaiti" panose="02010600040101010101" pitchFamily="2" charset="-122"/>
                <a:ea typeface="STKaiti" panose="02010600040101010101" pitchFamily="2" charset="-122"/>
              </a:rPr>
              <a:t>期试验结果表明，有认知障碍风险的老年人的认知功能得到改善，抑郁症得到缓解，焦虑减少。</a:t>
            </a:r>
            <a:r>
              <a:rPr lang="en-US" altLang="zh-CN" dirty="0">
                <a:latin typeface="STKaiti" panose="02010600040101010101" pitchFamily="2" charset="-122"/>
                <a:ea typeface="STKaiti" panose="02010600040101010101" pitchFamily="2" charset="-122"/>
              </a:rPr>
              <a:t>2019 </a:t>
            </a:r>
            <a:r>
              <a:rPr lang="zh-CN" altLang="en-US" dirty="0">
                <a:latin typeface="STKaiti" panose="02010600040101010101" pitchFamily="2" charset="-122"/>
                <a:ea typeface="STKaiti" panose="02010600040101010101" pitchFamily="2" charset="-122"/>
              </a:rPr>
              <a:t>年，该项目获得了</a:t>
            </a:r>
            <a:r>
              <a:rPr lang="en-US" altLang="zh-CN" dirty="0">
                <a:latin typeface="STKaiti" panose="02010600040101010101" pitchFamily="2" charset="-122"/>
                <a:ea typeface="STKaiti" panose="02010600040101010101" pitchFamily="2" charset="-122"/>
              </a:rPr>
              <a:t>NIH</a:t>
            </a:r>
            <a:r>
              <a:rPr lang="zh-CN" altLang="en-US" dirty="0">
                <a:latin typeface="STKaiti" panose="02010600040101010101" pitchFamily="2" charset="-122"/>
                <a:ea typeface="STKaiti" panose="02010600040101010101" pitchFamily="2" charset="-122"/>
              </a:rPr>
              <a:t>的</a:t>
            </a:r>
            <a:r>
              <a:rPr lang="en-US" altLang="zh-CN" dirty="0">
                <a:latin typeface="STKaiti" panose="02010600040101010101" pitchFamily="2" charset="-122"/>
                <a:ea typeface="STKaiti" panose="02010600040101010101" pitchFamily="2" charset="-122"/>
              </a:rPr>
              <a:t>330</a:t>
            </a:r>
            <a:r>
              <a:rPr lang="zh-CN" altLang="en-US" dirty="0">
                <a:latin typeface="STKaiti" panose="02010600040101010101" pitchFamily="2" charset="-122"/>
                <a:ea typeface="STKaiti" panose="02010600040101010101" pitchFamily="2" charset="-122"/>
              </a:rPr>
              <a:t>万美元资助用于 </a:t>
            </a:r>
            <a:r>
              <a:rPr lang="en-GB" altLang="zh-CN" dirty="0">
                <a:latin typeface="STKaiti" panose="02010600040101010101" pitchFamily="2" charset="-122"/>
                <a:ea typeface="STKaiti" panose="02010600040101010101" pitchFamily="2" charset="-122"/>
              </a:rPr>
              <a:t>II </a:t>
            </a:r>
            <a:r>
              <a:rPr lang="zh-CN" altLang="en-US" dirty="0">
                <a:latin typeface="STKaiti" panose="02010600040101010101" pitchFamily="2" charset="-122"/>
                <a:ea typeface="STKaiti" panose="02010600040101010101" pitchFamily="2" charset="-122"/>
              </a:rPr>
              <a:t>期随机临床试验的开展。</a:t>
            </a:r>
            <a:endParaRPr lang="en-US" altLang="zh-CN" dirty="0">
              <a:latin typeface="STKaiti" panose="02010600040101010101" pitchFamily="2" charset="-122"/>
              <a:ea typeface="STKaiti" panose="02010600040101010101" pitchFamily="2" charset="-122"/>
            </a:endParaRPr>
          </a:p>
          <a:p>
            <a:r>
              <a:rPr kumimoji="1" lang="zh-CN" altLang="en-US" dirty="0">
                <a:latin typeface="STKaiti" panose="02010600040101010101" pitchFamily="2" charset="-122"/>
                <a:ea typeface="STKaiti" panose="02010600040101010101" pitchFamily="2" charset="-122"/>
              </a:rPr>
              <a:t>截至目前，公司已获投资超</a:t>
            </a:r>
            <a:r>
              <a:rPr kumimoji="1" lang="en-US" altLang="zh-CN" dirty="0">
                <a:latin typeface="STKaiti" panose="02010600040101010101" pitchFamily="2" charset="-122"/>
                <a:ea typeface="STKaiti" panose="02010600040101010101" pitchFamily="2" charset="-122"/>
              </a:rPr>
              <a:t>5000</a:t>
            </a:r>
            <a:r>
              <a:rPr kumimoji="1" lang="zh-CN" altLang="en-US" dirty="0">
                <a:latin typeface="STKaiti" panose="02010600040101010101" pitchFamily="2" charset="-122"/>
                <a:ea typeface="STKaiti" panose="02010600040101010101" pitchFamily="2" charset="-122"/>
              </a:rPr>
              <a:t>万美元。</a:t>
            </a:r>
            <a:r>
              <a:rPr kumimoji="1" lang="zh-CN" altLang="en-US" b="1" dirty="0">
                <a:latin typeface="STKaiti" panose="02010600040101010101" pitchFamily="2" charset="-122"/>
                <a:ea typeface="STKaiti" panose="02010600040101010101" pitchFamily="2" charset="-122"/>
              </a:rPr>
              <a:t>最新一轮融资为</a:t>
            </a:r>
            <a:r>
              <a:rPr kumimoji="1" lang="en-US" altLang="zh-CN" b="1" dirty="0">
                <a:latin typeface="STKaiti" panose="02010600040101010101" pitchFamily="2" charset="-122"/>
                <a:ea typeface="STKaiti" panose="02010600040101010101" pitchFamily="2" charset="-122"/>
              </a:rPr>
              <a:t>2019</a:t>
            </a:r>
            <a:r>
              <a:rPr kumimoji="1" lang="zh-CN" altLang="en-US" b="1" dirty="0">
                <a:latin typeface="STKaiti" panose="02010600040101010101" pitchFamily="2" charset="-122"/>
                <a:ea typeface="STKaiti" panose="02010600040101010101" pitchFamily="2" charset="-122"/>
              </a:rPr>
              <a:t>年由</a:t>
            </a:r>
            <a:r>
              <a:rPr lang="en-GB" altLang="zh-CN" b="1" dirty="0">
                <a:latin typeface="STKaiti" panose="02010600040101010101" pitchFamily="2" charset="-122"/>
                <a:ea typeface="STKaiti" panose="02010600040101010101" pitchFamily="2" charset="-122"/>
              </a:rPr>
              <a:t>Khosla Ventures</a:t>
            </a:r>
            <a:r>
              <a:rPr lang="zh-CN" altLang="en-GB" b="1" dirty="0">
                <a:latin typeface="STKaiti" panose="02010600040101010101" pitchFamily="2" charset="-122"/>
                <a:ea typeface="STKaiti" panose="02010600040101010101" pitchFamily="2" charset="-122"/>
              </a:rPr>
              <a:t>领</a:t>
            </a:r>
            <a:r>
              <a:rPr lang="zh-CN" altLang="en-US" b="1" dirty="0">
                <a:latin typeface="STKaiti" panose="02010600040101010101" pitchFamily="2" charset="-122"/>
                <a:ea typeface="STKaiti" panose="02010600040101010101" pitchFamily="2" charset="-122"/>
              </a:rPr>
              <a:t>投的</a:t>
            </a:r>
            <a:r>
              <a:rPr lang="en-US" altLang="zh-CN" b="1" dirty="0">
                <a:latin typeface="STKaiti" panose="02010600040101010101" pitchFamily="2" charset="-122"/>
                <a:ea typeface="STKaiti" panose="02010600040101010101" pitchFamily="2" charset="-122"/>
              </a:rPr>
              <a:t>2100</a:t>
            </a:r>
            <a:r>
              <a:rPr lang="zh-CN" altLang="en-US" b="1" dirty="0">
                <a:latin typeface="STKaiti" panose="02010600040101010101" pitchFamily="2" charset="-122"/>
                <a:ea typeface="STKaiti" panose="02010600040101010101" pitchFamily="2" charset="-122"/>
              </a:rPr>
              <a:t>万美元</a:t>
            </a:r>
            <a:r>
              <a:rPr kumimoji="1" lang="en-US" altLang="zh-CN" b="1" dirty="0">
                <a:latin typeface="STKaiti" panose="02010600040101010101" pitchFamily="2" charset="-122"/>
                <a:ea typeface="STKaiti" panose="02010600040101010101" pitchFamily="2" charset="-122"/>
              </a:rPr>
              <a:t>C</a:t>
            </a:r>
            <a:r>
              <a:rPr kumimoji="1" lang="zh-CN" altLang="en-US" b="1" dirty="0">
                <a:latin typeface="STKaiti" panose="02010600040101010101" pitchFamily="2" charset="-122"/>
                <a:ea typeface="STKaiti" panose="02010600040101010101" pitchFamily="2" charset="-122"/>
              </a:rPr>
              <a:t>轮融资。</a:t>
            </a:r>
          </a:p>
        </p:txBody>
      </p:sp>
      <p:sp>
        <p:nvSpPr>
          <p:cNvPr id="4" name="标题 2">
            <a:extLst>
              <a:ext uri="{FF2B5EF4-FFF2-40B4-BE49-F238E27FC236}">
                <a16:creationId xmlns:a16="http://schemas.microsoft.com/office/drawing/2014/main" id="{175D4819-A7E1-D742-AB71-FF0577A46237}"/>
              </a:ext>
            </a:extLst>
          </p:cNvPr>
          <p:cNvSpPr txBox="1">
            <a:spLocks/>
          </p:cNvSpPr>
          <p:nvPr/>
        </p:nvSpPr>
        <p:spPr>
          <a:xfrm>
            <a:off x="1188545" y="602232"/>
            <a:ext cx="9039003" cy="443198"/>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3600" b="0" i="0" kern="1200">
                <a:solidFill>
                  <a:schemeClr val="tx1"/>
                </a:solidFill>
                <a:latin typeface="Gotham Regular" panose="02000604040000020004" pitchFamily="2" charset="0"/>
                <a:ea typeface="+mj-ea"/>
                <a:cs typeface="+mj-cs"/>
              </a:defRPr>
            </a:lvl1pPr>
          </a:lstStyle>
          <a:p>
            <a:r>
              <a:rPr kumimoji="1" lang="zh-CN" altLang="en-US" b="1" dirty="0">
                <a:solidFill>
                  <a:srgbClr val="2E2C2C"/>
                </a:solidFill>
                <a:latin typeface="STKaiti" panose="02010600040101010101" pitchFamily="2" charset="-122"/>
                <a:ea typeface="STKaiti" panose="02010600040101010101" pitchFamily="2" charset="-122"/>
              </a:rPr>
              <a:t>认知评价及健康计划</a:t>
            </a:r>
            <a:r>
              <a:rPr kumimoji="1" lang="en-US" altLang="zh-CN" b="1" dirty="0">
                <a:solidFill>
                  <a:srgbClr val="2E2C2C"/>
                </a:solidFill>
                <a:latin typeface="STKaiti" panose="02010600040101010101" pitchFamily="2" charset="-122"/>
                <a:ea typeface="STKaiti" panose="02010600040101010101" pitchFamily="2" charset="-122"/>
              </a:rPr>
              <a:t>——</a:t>
            </a:r>
            <a:r>
              <a:rPr kumimoji="1" lang="en-US" altLang="zh-CN" b="1" dirty="0" err="1">
                <a:solidFill>
                  <a:srgbClr val="2E2C2C"/>
                </a:solidFill>
                <a:latin typeface="STKaiti" panose="02010600040101010101" pitchFamily="2" charset="-122"/>
                <a:ea typeface="STKaiti" panose="02010600040101010101" pitchFamily="2" charset="-122"/>
              </a:rPr>
              <a:t>Neurotrack</a:t>
            </a:r>
            <a:endParaRPr kumimoji="1" lang="zh-CN" altLang="en-US" dirty="0">
              <a:latin typeface="STKaiti" panose="02010600040101010101" pitchFamily="2" charset="-122"/>
              <a:ea typeface="STKaiti" panose="02010600040101010101" pitchFamily="2" charset="-122"/>
            </a:endParaRPr>
          </a:p>
        </p:txBody>
      </p:sp>
      <p:pic>
        <p:nvPicPr>
          <p:cNvPr id="5" name="Picture 2" descr="Neurotrack Logo">
            <a:extLst>
              <a:ext uri="{FF2B5EF4-FFF2-40B4-BE49-F238E27FC236}">
                <a16:creationId xmlns:a16="http://schemas.microsoft.com/office/drawing/2014/main" id="{8F60CD1E-84A8-5B4A-8325-37021C5076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3078" y="111645"/>
            <a:ext cx="981175" cy="981175"/>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5D31F8D0-5397-C147-936F-02143F70A2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7709" y="4588510"/>
            <a:ext cx="3853543" cy="1890417"/>
          </a:xfrm>
          <a:prstGeom prst="rect">
            <a:avLst/>
          </a:prstGeom>
        </p:spPr>
      </p:pic>
      <p:pic>
        <p:nvPicPr>
          <p:cNvPr id="8" name="图片 7">
            <a:extLst>
              <a:ext uri="{FF2B5EF4-FFF2-40B4-BE49-F238E27FC236}">
                <a16:creationId xmlns:a16="http://schemas.microsoft.com/office/drawing/2014/main" id="{4E79EB2F-C1A7-214B-A85D-2D88C8DF23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8142" y="4588510"/>
            <a:ext cx="3859406" cy="1890416"/>
          </a:xfrm>
          <a:prstGeom prst="rect">
            <a:avLst/>
          </a:prstGeom>
        </p:spPr>
      </p:pic>
    </p:spTree>
    <p:extLst>
      <p:ext uri="{BB962C8B-B14F-4D97-AF65-F5344CB8AC3E}">
        <p14:creationId xmlns:p14="http://schemas.microsoft.com/office/powerpoint/2010/main" val="2927714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00149" y="618172"/>
            <a:ext cx="9039003" cy="443198"/>
          </a:xfrm>
        </p:spPr>
        <p:txBody>
          <a:bodyPr/>
          <a:lstStyle/>
          <a:p>
            <a:r>
              <a:rPr kumimoji="1" lang="zh-CN" altLang="en-US" b="1" dirty="0">
                <a:solidFill>
                  <a:srgbClr val="2E2C2C"/>
                </a:solidFill>
                <a:latin typeface="STKaiti" panose="02010600040101010101" pitchFamily="2" charset="-122"/>
                <a:ea typeface="STKaiti" panose="02010600040101010101" pitchFamily="2" charset="-122"/>
                <a:cs typeface="Noto Sans S Chinese Regular" charset="-122"/>
              </a:rPr>
              <a:t>伽马频率刺激治疗</a:t>
            </a:r>
            <a:r>
              <a:rPr kumimoji="1" lang="en-US" altLang="zh-CN" b="1" dirty="0">
                <a:solidFill>
                  <a:srgbClr val="2E2C2C"/>
                </a:solidFill>
                <a:latin typeface="STKaiti" panose="02010600040101010101" pitchFamily="2" charset="-122"/>
                <a:ea typeface="STKaiti" panose="02010600040101010101" pitchFamily="2" charset="-122"/>
                <a:cs typeface="Noto Sans S Chinese Regular" charset="-122"/>
              </a:rPr>
              <a:t>AD—— Cognito</a:t>
            </a:r>
            <a:endParaRPr kumimoji="1" lang="zh-CN" altLang="en-US" b="1" dirty="0">
              <a:latin typeface="STKaiti" panose="02010600040101010101" pitchFamily="2" charset="-122"/>
              <a:ea typeface="STKaiti" panose="02010600040101010101" pitchFamily="2" charset="-122"/>
              <a:cs typeface="Noto Sans S Chinese Regular" charset="-122"/>
            </a:endParaRPr>
          </a:p>
        </p:txBody>
      </p:sp>
      <p:pic>
        <p:nvPicPr>
          <p:cNvPr id="25" name="Graphic 10">
            <a:extLst>
              <a:ext uri="{FF2B5EF4-FFF2-40B4-BE49-F238E27FC236}">
                <a16:creationId xmlns:a16="http://schemas.microsoft.com/office/drawing/2014/main" id="{CCF3B9A0-F1C2-9E47-BF4F-D73FF3FECD4C}"/>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726831" y="6228013"/>
            <a:ext cx="990038" cy="256676"/>
          </a:xfrm>
          <a:prstGeom prst="rect">
            <a:avLst/>
          </a:prstGeom>
        </p:spPr>
      </p:pic>
      <p:sp>
        <p:nvSpPr>
          <p:cNvPr id="8" name="矩形 7"/>
          <p:cNvSpPr/>
          <p:nvPr/>
        </p:nvSpPr>
        <p:spPr>
          <a:xfrm>
            <a:off x="1200149" y="1307146"/>
            <a:ext cx="5512884" cy="6001643"/>
          </a:xfrm>
          <a:prstGeom prst="rect">
            <a:avLst/>
          </a:prstGeom>
        </p:spPr>
        <p:txBody>
          <a:bodyPr wrap="square">
            <a:spAutoFit/>
          </a:bodyPr>
          <a:lstStyle/>
          <a:p>
            <a:pPr marL="285750" indent="-285750">
              <a:buFont typeface="Arial" panose="020B0604020202020204" pitchFamily="34" charset="0"/>
              <a:buChar char="•"/>
            </a:pPr>
            <a:r>
              <a:rPr kumimoji="1" lang="en-GB" altLang="zh-CN" sz="1600" dirty="0">
                <a:solidFill>
                  <a:srgbClr val="2E2C2C"/>
                </a:solidFill>
                <a:latin typeface="STKaiti" panose="02010600040101010101" pitchFamily="2" charset="-122"/>
                <a:ea typeface="STKaiti" panose="02010600040101010101" pitchFamily="2" charset="-122"/>
              </a:rPr>
              <a:t>Cognito</a:t>
            </a:r>
            <a:r>
              <a:rPr kumimoji="1" lang="zh-CN" altLang="en-US" sz="1600" dirty="0">
                <a:solidFill>
                  <a:srgbClr val="2E2C2C"/>
                </a:solidFill>
                <a:latin typeface="STKaiti" panose="02010600040101010101" pitchFamily="2" charset="-122"/>
                <a:ea typeface="STKaiti" panose="02010600040101010101" pitchFamily="2" charset="-122"/>
              </a:rPr>
              <a:t>成立于</a:t>
            </a:r>
            <a:r>
              <a:rPr kumimoji="1" lang="en-US" altLang="zh-CN" sz="1600" dirty="0">
                <a:solidFill>
                  <a:srgbClr val="2E2C2C"/>
                </a:solidFill>
                <a:latin typeface="STKaiti" panose="02010600040101010101" pitchFamily="2" charset="-122"/>
                <a:ea typeface="STKaiti" panose="02010600040101010101" pitchFamily="2" charset="-122"/>
              </a:rPr>
              <a:t>2016</a:t>
            </a:r>
            <a:r>
              <a:rPr kumimoji="1" lang="zh-CN" altLang="en-US" sz="1600" dirty="0">
                <a:solidFill>
                  <a:srgbClr val="2E2C2C"/>
                </a:solidFill>
                <a:latin typeface="STKaiti" panose="02010600040101010101" pitchFamily="2" charset="-122"/>
                <a:ea typeface="STKaiti" panose="02010600040101010101" pitchFamily="2" charset="-122"/>
              </a:rPr>
              <a:t>年，是一家致力于开发具有神经调节功能的新型数字疗法的公司。公司现有三个</a:t>
            </a:r>
            <a:r>
              <a:rPr kumimoji="1" lang="zh-CN" altLang="en-GB" sz="1600" dirty="0">
                <a:solidFill>
                  <a:srgbClr val="2E2C2C"/>
                </a:solidFill>
                <a:latin typeface="STKaiti" panose="02010600040101010101" pitchFamily="2" charset="-122"/>
                <a:ea typeface="STKaiti" panose="02010600040101010101" pitchFamily="2" charset="-122"/>
              </a:rPr>
              <a:t>（</a:t>
            </a:r>
            <a:r>
              <a:rPr kumimoji="1" lang="en-GB" altLang="zh-CN" sz="1600" dirty="0">
                <a:solidFill>
                  <a:srgbClr val="2E2C2C"/>
                </a:solidFill>
                <a:latin typeface="STKaiti" panose="02010600040101010101" pitchFamily="2" charset="-122"/>
                <a:ea typeface="STKaiti" panose="02010600040101010101" pitchFamily="2" charset="-122"/>
              </a:rPr>
              <a:t>ETUDE</a:t>
            </a:r>
            <a:r>
              <a:rPr kumimoji="1" lang="zh-CN" altLang="en-GB" sz="1600" dirty="0">
                <a:solidFill>
                  <a:srgbClr val="2E2C2C"/>
                </a:solidFill>
                <a:latin typeface="STKaiti" panose="02010600040101010101" pitchFamily="2" charset="-122"/>
                <a:ea typeface="STKaiti" panose="02010600040101010101" pitchFamily="2" charset="-122"/>
              </a:rPr>
              <a:t>，</a:t>
            </a:r>
            <a:r>
              <a:rPr kumimoji="1" lang="en-GB" altLang="zh-CN" sz="1600" dirty="0">
                <a:solidFill>
                  <a:srgbClr val="2E2C2C"/>
                </a:solidFill>
                <a:latin typeface="STKaiti" panose="02010600040101010101" pitchFamily="2" charset="-122"/>
                <a:ea typeface="STKaiti" panose="02010600040101010101" pitchFamily="2" charset="-122"/>
              </a:rPr>
              <a:t>OVERTURE</a:t>
            </a:r>
            <a:r>
              <a:rPr kumimoji="1" lang="zh-CN" altLang="en-GB" sz="1600" dirty="0">
                <a:solidFill>
                  <a:srgbClr val="2E2C2C"/>
                </a:solidFill>
                <a:latin typeface="STKaiti" panose="02010600040101010101" pitchFamily="2" charset="-122"/>
                <a:ea typeface="STKaiti" panose="02010600040101010101" pitchFamily="2" charset="-122"/>
              </a:rPr>
              <a:t>，</a:t>
            </a:r>
            <a:r>
              <a:rPr kumimoji="1" lang="en-GB" altLang="zh-CN" sz="1600" dirty="0">
                <a:solidFill>
                  <a:srgbClr val="2E2C2C"/>
                </a:solidFill>
                <a:latin typeface="STKaiti" panose="02010600040101010101" pitchFamily="2" charset="-122"/>
                <a:ea typeface="STKaiti" panose="02010600040101010101" pitchFamily="2" charset="-122"/>
              </a:rPr>
              <a:t>FLICKER</a:t>
            </a:r>
            <a:r>
              <a:rPr kumimoji="1" lang="zh-CN" altLang="en-GB" sz="1600" dirty="0">
                <a:solidFill>
                  <a:srgbClr val="2E2C2C"/>
                </a:solidFill>
                <a:latin typeface="STKaiti" panose="02010600040101010101" pitchFamily="2" charset="-122"/>
                <a:ea typeface="STKaiti" panose="02010600040101010101" pitchFamily="2" charset="-122"/>
              </a:rPr>
              <a:t>）</a:t>
            </a:r>
            <a:r>
              <a:rPr kumimoji="1" lang="zh-CN" altLang="en-US" sz="1600" dirty="0">
                <a:solidFill>
                  <a:srgbClr val="2E2C2C"/>
                </a:solidFill>
                <a:latin typeface="STKaiti" panose="02010600040101010101" pitchFamily="2" charset="-122"/>
                <a:ea typeface="STKaiti" panose="02010600040101010101" pitchFamily="2" charset="-122"/>
              </a:rPr>
              <a:t>临床二期研究的数据显示产品能够改善阿尔兹海默症（</a:t>
            </a:r>
            <a:r>
              <a:rPr kumimoji="1" lang="en-GB" altLang="zh-CN" sz="1600" dirty="0">
                <a:solidFill>
                  <a:srgbClr val="2E2C2C"/>
                </a:solidFill>
                <a:latin typeface="STKaiti" panose="02010600040101010101" pitchFamily="2" charset="-122"/>
                <a:ea typeface="STKaiti" panose="02010600040101010101" pitchFamily="2" charset="-122"/>
              </a:rPr>
              <a:t>AD</a:t>
            </a:r>
            <a:r>
              <a:rPr kumimoji="1" lang="zh-CN" altLang="en-GB" sz="1600" dirty="0">
                <a:solidFill>
                  <a:srgbClr val="2E2C2C"/>
                </a:solidFill>
                <a:latin typeface="STKaiti" panose="02010600040101010101" pitchFamily="2" charset="-122"/>
                <a:ea typeface="STKaiti" panose="02010600040101010101" pitchFamily="2" charset="-122"/>
              </a:rPr>
              <a:t>）</a:t>
            </a:r>
            <a:r>
              <a:rPr kumimoji="1" lang="zh-CN" altLang="en-US" sz="1600" dirty="0">
                <a:solidFill>
                  <a:srgbClr val="2E2C2C"/>
                </a:solidFill>
                <a:latin typeface="STKaiti" panose="02010600040101010101" pitchFamily="2" charset="-122"/>
                <a:ea typeface="STKaiti" panose="02010600040101010101" pitchFamily="2" charset="-122"/>
              </a:rPr>
              <a:t>患者的记忆和认知功能结果，增强大脑连接性，并使进展中的</a:t>
            </a:r>
            <a:r>
              <a:rPr kumimoji="1" lang="en-GB" altLang="zh-CN" sz="1600" dirty="0">
                <a:solidFill>
                  <a:srgbClr val="2E2C2C"/>
                </a:solidFill>
                <a:latin typeface="STKaiti" panose="02010600040101010101" pitchFamily="2" charset="-122"/>
                <a:ea typeface="STKaiti" panose="02010600040101010101" pitchFamily="2" charset="-122"/>
              </a:rPr>
              <a:t>AD</a:t>
            </a:r>
            <a:r>
              <a:rPr kumimoji="1" lang="zh-CN" altLang="en-US" sz="1600" dirty="0">
                <a:solidFill>
                  <a:srgbClr val="2E2C2C"/>
                </a:solidFill>
                <a:latin typeface="STKaiti" panose="02010600040101010101" pitchFamily="2" charset="-122"/>
                <a:ea typeface="STKaiti" panose="02010600040101010101" pitchFamily="2" charset="-122"/>
              </a:rPr>
              <a:t>患者脑容量得以保留。</a:t>
            </a:r>
            <a:endParaRPr kumimoji="1" lang="en-US" altLang="zh-CN" sz="1600" dirty="0">
              <a:solidFill>
                <a:srgbClr val="2E2C2C"/>
              </a:solidFill>
              <a:latin typeface="STKaiti" panose="02010600040101010101" pitchFamily="2" charset="-122"/>
              <a:ea typeface="STKaiti" panose="02010600040101010101" pitchFamily="2" charset="-122"/>
            </a:endParaRPr>
          </a:p>
          <a:p>
            <a:pPr marL="285750" indent="-285750">
              <a:buFont typeface="Arial" panose="020B0604020202020204" pitchFamily="34" charset="0"/>
              <a:buChar char="•"/>
            </a:pPr>
            <a:endParaRPr kumimoji="1" lang="en-US" altLang="zh-CN" sz="1600" dirty="0">
              <a:solidFill>
                <a:srgbClr val="2E2C2C"/>
              </a:solidFill>
              <a:latin typeface="STKaiti" panose="02010600040101010101" pitchFamily="2" charset="-122"/>
              <a:ea typeface="STKaiti" panose="02010600040101010101" pitchFamily="2" charset="-122"/>
            </a:endParaRPr>
          </a:p>
          <a:p>
            <a:pPr marL="285750" indent="-285750">
              <a:buFont typeface="Arial" panose="020B0604020202020204" pitchFamily="34" charset="0"/>
              <a:buChar char="•"/>
            </a:pPr>
            <a:r>
              <a:rPr kumimoji="1" lang="en-GB" altLang="zh-CN" sz="1600" dirty="0">
                <a:solidFill>
                  <a:srgbClr val="2E2C2C"/>
                </a:solidFill>
                <a:latin typeface="STKaiti" panose="02010600040101010101" pitchFamily="2" charset="-122"/>
                <a:ea typeface="STKaiti" panose="02010600040101010101" pitchFamily="2" charset="-122"/>
              </a:rPr>
              <a:t>Cognito</a:t>
            </a:r>
            <a:r>
              <a:rPr kumimoji="1" lang="zh-CN" altLang="en-US" sz="1600" dirty="0">
                <a:solidFill>
                  <a:srgbClr val="2E2C2C"/>
                </a:solidFill>
                <a:latin typeface="STKaiti" panose="02010600040101010101" pitchFamily="2" charset="-122"/>
                <a:ea typeface="STKaiti" panose="02010600040101010101" pitchFamily="2" charset="-122"/>
              </a:rPr>
              <a:t>采用的是一种非侵入性的神经刺激，利用伽马频率</a:t>
            </a:r>
            <a:r>
              <a:rPr kumimoji="1" lang="zh-CN" altLang="en-GB" sz="1600" dirty="0">
                <a:solidFill>
                  <a:srgbClr val="2E2C2C"/>
                </a:solidFill>
                <a:latin typeface="STKaiti" panose="02010600040101010101" pitchFamily="2" charset="-122"/>
                <a:ea typeface="STKaiti" panose="02010600040101010101" pitchFamily="2" charset="-122"/>
              </a:rPr>
              <a:t>（</a:t>
            </a:r>
            <a:r>
              <a:rPr kumimoji="1" lang="en-GB" altLang="zh-CN" sz="1600" dirty="0">
                <a:solidFill>
                  <a:srgbClr val="2E2C2C"/>
                </a:solidFill>
                <a:latin typeface="STKaiti" panose="02010600040101010101" pitchFamily="2" charset="-122"/>
                <a:ea typeface="STKaiti" panose="02010600040101010101" pitchFamily="2" charset="-122"/>
              </a:rPr>
              <a:t>40 HZ</a:t>
            </a:r>
            <a:r>
              <a:rPr kumimoji="1" lang="zh-CN" altLang="en-GB" sz="1600" dirty="0">
                <a:solidFill>
                  <a:srgbClr val="2E2C2C"/>
                </a:solidFill>
                <a:latin typeface="STKaiti" panose="02010600040101010101" pitchFamily="2" charset="-122"/>
                <a:ea typeface="STKaiti" panose="02010600040101010101" pitchFamily="2" charset="-122"/>
              </a:rPr>
              <a:t>）</a:t>
            </a:r>
            <a:r>
              <a:rPr kumimoji="1" lang="zh-CN" altLang="en-US" sz="1600" dirty="0">
                <a:solidFill>
                  <a:srgbClr val="2E2C2C"/>
                </a:solidFill>
                <a:latin typeface="STKaiti" panose="02010600040101010101" pitchFamily="2" charset="-122"/>
                <a:ea typeface="STKaiti" panose="02010600040101010101" pitchFamily="2" charset="-122"/>
              </a:rPr>
              <a:t>，改善阿尔茨海默氏症患者的病情发展。</a:t>
            </a:r>
            <a:r>
              <a:rPr kumimoji="1" lang="en-US" altLang="zh-CN" sz="1600" dirty="0">
                <a:solidFill>
                  <a:srgbClr val="2E2C2C"/>
                </a:solidFill>
                <a:latin typeface="STKaiti" panose="02010600040101010101" pitchFamily="2" charset="-122"/>
                <a:ea typeface="STKaiti" panose="02010600040101010101" pitchFamily="2" charset="-122"/>
              </a:rPr>
              <a:t>2020</a:t>
            </a:r>
            <a:r>
              <a:rPr kumimoji="1" lang="zh-CN" altLang="en-US" sz="1600" dirty="0">
                <a:solidFill>
                  <a:srgbClr val="2E2C2C"/>
                </a:solidFill>
                <a:latin typeface="STKaiti" panose="02010600040101010101" pitchFamily="2" charset="-122"/>
                <a:ea typeface="STKaiti" panose="02010600040101010101" pitchFamily="2" charset="-122"/>
              </a:rPr>
              <a:t>年</a:t>
            </a:r>
            <a:r>
              <a:rPr kumimoji="1" lang="en-US" altLang="zh-CN" sz="1600" dirty="0">
                <a:solidFill>
                  <a:srgbClr val="2E2C2C"/>
                </a:solidFill>
                <a:latin typeface="STKaiti" panose="02010600040101010101" pitchFamily="2" charset="-122"/>
                <a:ea typeface="STKaiti" panose="02010600040101010101" pitchFamily="2" charset="-122"/>
              </a:rPr>
              <a:t>12</a:t>
            </a:r>
            <a:r>
              <a:rPr kumimoji="1" lang="zh-CN" altLang="en-US" sz="1600" dirty="0">
                <a:solidFill>
                  <a:srgbClr val="2E2C2C"/>
                </a:solidFill>
                <a:latin typeface="STKaiti" panose="02010600040101010101" pitchFamily="2" charset="-122"/>
                <a:ea typeface="STKaiti" panose="02010600040101010101" pitchFamily="2" charset="-122"/>
              </a:rPr>
              <a:t>月，</a:t>
            </a:r>
            <a:r>
              <a:rPr kumimoji="1" lang="en-GB" altLang="zh-CN" sz="1600" dirty="0">
                <a:solidFill>
                  <a:srgbClr val="2E2C2C"/>
                </a:solidFill>
                <a:latin typeface="STKaiti" panose="02010600040101010101" pitchFamily="2" charset="-122"/>
                <a:ea typeface="STKaiti" panose="02010600040101010101" pitchFamily="2" charset="-122"/>
              </a:rPr>
              <a:t>Cognito</a:t>
            </a:r>
            <a:r>
              <a:rPr kumimoji="1" lang="zh-CN" altLang="en-US" sz="1600" dirty="0">
                <a:solidFill>
                  <a:srgbClr val="2E2C2C"/>
                </a:solidFill>
                <a:latin typeface="STKaiti" panose="02010600040101010101" pitchFamily="2" charset="-122"/>
                <a:ea typeface="STKaiti" panose="02010600040101010101" pitchFamily="2" charset="-122"/>
              </a:rPr>
              <a:t>获得了</a:t>
            </a:r>
            <a:r>
              <a:rPr kumimoji="1" lang="en-GB" altLang="zh-CN" sz="1600" dirty="0">
                <a:solidFill>
                  <a:srgbClr val="2E2C2C"/>
                </a:solidFill>
                <a:latin typeface="STKaiti" panose="02010600040101010101" pitchFamily="2" charset="-122"/>
                <a:ea typeface="STKaiti" panose="02010600040101010101" pitchFamily="2" charset="-122"/>
              </a:rPr>
              <a:t>FDA</a:t>
            </a:r>
            <a:r>
              <a:rPr kumimoji="1" lang="zh-CN" altLang="en-US" sz="1600" dirty="0">
                <a:solidFill>
                  <a:srgbClr val="2E2C2C"/>
                </a:solidFill>
                <a:latin typeface="STKaiti" panose="02010600040101010101" pitchFamily="2" charset="-122"/>
                <a:ea typeface="STKaiti" panose="02010600040101010101" pitchFamily="2" charset="-122"/>
              </a:rPr>
              <a:t>的突破性医疗器械认定，并将在</a:t>
            </a:r>
            <a:r>
              <a:rPr kumimoji="1" lang="en-US" altLang="zh-CN" sz="1600" dirty="0">
                <a:solidFill>
                  <a:srgbClr val="2E2C2C"/>
                </a:solidFill>
                <a:latin typeface="STKaiti" panose="02010600040101010101" pitchFamily="2" charset="-122"/>
                <a:ea typeface="STKaiti" panose="02010600040101010101" pitchFamily="2" charset="-122"/>
              </a:rPr>
              <a:t>2021</a:t>
            </a:r>
            <a:r>
              <a:rPr kumimoji="1" lang="zh-CN" altLang="en-US" sz="1600" dirty="0">
                <a:solidFill>
                  <a:srgbClr val="2E2C2C"/>
                </a:solidFill>
                <a:latin typeface="STKaiti" panose="02010600040101010101" pitchFamily="2" charset="-122"/>
                <a:ea typeface="STKaiti" panose="02010600040101010101" pitchFamily="2" charset="-122"/>
              </a:rPr>
              <a:t>年底之前参加一项关键性研究。</a:t>
            </a:r>
            <a:endParaRPr kumimoji="1" lang="en-US" altLang="zh-CN" sz="1600" dirty="0">
              <a:solidFill>
                <a:srgbClr val="2E2C2C"/>
              </a:solidFill>
              <a:latin typeface="STKaiti" panose="02010600040101010101" pitchFamily="2" charset="-122"/>
              <a:ea typeface="STKaiti" panose="02010600040101010101" pitchFamily="2" charset="-122"/>
            </a:endParaRPr>
          </a:p>
          <a:p>
            <a:pPr marL="285750" indent="-285750">
              <a:buFont typeface="Arial" panose="020B0604020202020204" pitchFamily="34" charset="0"/>
              <a:buChar char="•"/>
            </a:pPr>
            <a:endParaRPr kumimoji="1" lang="en-US" altLang="zh-CN" sz="1600" dirty="0">
              <a:solidFill>
                <a:srgbClr val="2E2C2C"/>
              </a:solidFill>
              <a:latin typeface="STKaiti" panose="02010600040101010101" pitchFamily="2" charset="-122"/>
              <a:ea typeface="STKaiti" panose="02010600040101010101" pitchFamily="2" charset="-122"/>
            </a:endParaRPr>
          </a:p>
          <a:p>
            <a:pPr marL="285750" indent="-285750">
              <a:buFont typeface="Arial" panose="020B0604020202020204" pitchFamily="34" charset="0"/>
              <a:buChar char="•"/>
            </a:pPr>
            <a:r>
              <a:rPr kumimoji="1" lang="en-GB" altLang="zh-CN" sz="1600" dirty="0">
                <a:solidFill>
                  <a:srgbClr val="2E2C2C"/>
                </a:solidFill>
                <a:latin typeface="STKaiti" panose="02010600040101010101" pitchFamily="2" charset="-122"/>
                <a:ea typeface="STKaiti" panose="02010600040101010101" pitchFamily="2" charset="-122"/>
              </a:rPr>
              <a:t>FLICKER</a:t>
            </a:r>
            <a:r>
              <a:rPr kumimoji="1" lang="zh-CN" altLang="en-US" sz="1600" dirty="0">
                <a:solidFill>
                  <a:srgbClr val="2E2C2C"/>
                </a:solidFill>
                <a:latin typeface="STKaiti" panose="02010600040101010101" pitchFamily="2" charset="-122"/>
                <a:ea typeface="STKaiti" panose="02010600040101010101" pitchFamily="2" charset="-122"/>
              </a:rPr>
              <a:t>研究发现，伽马频率治疗干预引起了脑细胞内信号分子的变化，从而导致细胞免疫特性的变化。功能性磁共振成像（</a:t>
            </a:r>
            <a:r>
              <a:rPr kumimoji="1" lang="en-GB" altLang="zh-CN" sz="1600" dirty="0">
                <a:solidFill>
                  <a:srgbClr val="2E2C2C"/>
                </a:solidFill>
                <a:latin typeface="STKaiti" panose="02010600040101010101" pitchFamily="2" charset="-122"/>
                <a:ea typeface="STKaiti" panose="02010600040101010101" pitchFamily="2" charset="-122"/>
              </a:rPr>
              <a:t>fMRI</a:t>
            </a:r>
            <a:r>
              <a:rPr kumimoji="1" lang="zh-CN" altLang="en-GB" sz="1600" dirty="0">
                <a:solidFill>
                  <a:srgbClr val="2E2C2C"/>
                </a:solidFill>
                <a:latin typeface="STKaiti" panose="02010600040101010101" pitchFamily="2" charset="-122"/>
                <a:ea typeface="STKaiti" panose="02010600040101010101" pitchFamily="2" charset="-122"/>
              </a:rPr>
              <a:t>）</a:t>
            </a:r>
            <a:r>
              <a:rPr kumimoji="1" lang="zh-CN" altLang="en-US" sz="1600" dirty="0">
                <a:solidFill>
                  <a:srgbClr val="2E2C2C"/>
                </a:solidFill>
                <a:latin typeface="STKaiti" panose="02010600040101010101" pitchFamily="2" charset="-122"/>
                <a:ea typeface="STKaiti" panose="02010600040101010101" pitchFamily="2" charset="-122"/>
              </a:rPr>
              <a:t>还证明了数字疗法使得大脑关键区域之间的功能连通性得到了改善。</a:t>
            </a:r>
          </a:p>
          <a:p>
            <a:pPr marL="285750" indent="-285750">
              <a:buFont typeface="Arial" panose="020B0604020202020204" pitchFamily="34" charset="0"/>
              <a:buChar char="•"/>
            </a:pPr>
            <a:endParaRPr kumimoji="1" lang="en-US" altLang="zh-CN" sz="1600" dirty="0">
              <a:solidFill>
                <a:srgbClr val="2E2C2C"/>
              </a:solidFill>
              <a:latin typeface="STKaiti" panose="02010600040101010101" pitchFamily="2" charset="-122"/>
              <a:ea typeface="STKaiti" panose="02010600040101010101" pitchFamily="2" charset="-122"/>
            </a:endParaRPr>
          </a:p>
          <a:p>
            <a:pPr marL="285750" indent="-285750">
              <a:buFont typeface="Arial" panose="020B0604020202020204" pitchFamily="34" charset="0"/>
              <a:buChar char="•"/>
            </a:pPr>
            <a:r>
              <a:rPr kumimoji="1" lang="en-GB" altLang="zh-CN" sz="1600" dirty="0">
                <a:solidFill>
                  <a:srgbClr val="2E2C2C"/>
                </a:solidFill>
                <a:latin typeface="STKaiti" panose="02010600040101010101" pitchFamily="2" charset="-122"/>
                <a:ea typeface="STKaiti" panose="02010600040101010101" pitchFamily="2" charset="-122"/>
              </a:rPr>
              <a:t>OVERTURE</a:t>
            </a:r>
            <a:r>
              <a:rPr kumimoji="1" lang="zh-CN" altLang="en-US" sz="1600" dirty="0">
                <a:solidFill>
                  <a:srgbClr val="2E2C2C"/>
                </a:solidFill>
                <a:latin typeface="STKaiti" panose="02010600040101010101" pitchFamily="2" charset="-122"/>
                <a:ea typeface="STKaiti" panose="02010600040101010101" pitchFamily="2" charset="-122"/>
              </a:rPr>
              <a:t>是一项规模更大的</a:t>
            </a:r>
            <a:r>
              <a:rPr kumimoji="1" lang="en-US" altLang="zh-CN" sz="1600" dirty="0">
                <a:solidFill>
                  <a:srgbClr val="2E2C2C"/>
                </a:solidFill>
                <a:latin typeface="STKaiti" panose="02010600040101010101" pitchFamily="2" charset="-122"/>
                <a:ea typeface="STKaiti" panose="02010600040101010101" pitchFamily="2" charset="-122"/>
              </a:rPr>
              <a:t>2</a:t>
            </a:r>
            <a:r>
              <a:rPr kumimoji="1" lang="zh-CN" altLang="en-US" sz="1600" dirty="0">
                <a:solidFill>
                  <a:srgbClr val="2E2C2C"/>
                </a:solidFill>
                <a:latin typeface="STKaiti" panose="02010600040101010101" pitchFamily="2" charset="-122"/>
                <a:ea typeface="STKaiti" panose="02010600040101010101" pitchFamily="2" charset="-122"/>
              </a:rPr>
              <a:t>期临床研究，招募了</a:t>
            </a:r>
            <a:r>
              <a:rPr kumimoji="1" lang="en-US" altLang="zh-CN" sz="1600" dirty="0">
                <a:solidFill>
                  <a:srgbClr val="2E2C2C"/>
                </a:solidFill>
                <a:latin typeface="STKaiti" panose="02010600040101010101" pitchFamily="2" charset="-122"/>
                <a:ea typeface="STKaiti" panose="02010600040101010101" pitchFamily="2" charset="-122"/>
              </a:rPr>
              <a:t>76</a:t>
            </a:r>
            <a:r>
              <a:rPr kumimoji="1" lang="zh-CN" altLang="en-US" sz="1600" dirty="0">
                <a:solidFill>
                  <a:srgbClr val="2E2C2C"/>
                </a:solidFill>
                <a:latin typeface="STKaiti" panose="02010600040101010101" pitchFamily="2" charset="-122"/>
                <a:ea typeface="STKaiti" panose="02010600040101010101" pitchFamily="2" charset="-122"/>
              </a:rPr>
              <a:t>名轻度至中度</a:t>
            </a:r>
            <a:r>
              <a:rPr kumimoji="1" lang="en-GB" altLang="zh-CN" sz="1600" dirty="0">
                <a:solidFill>
                  <a:srgbClr val="2E2C2C"/>
                </a:solidFill>
                <a:latin typeface="STKaiti" panose="02010600040101010101" pitchFamily="2" charset="-122"/>
                <a:ea typeface="STKaiti" panose="02010600040101010101" pitchFamily="2" charset="-122"/>
              </a:rPr>
              <a:t>AD</a:t>
            </a:r>
            <a:r>
              <a:rPr kumimoji="1" lang="zh-CN" altLang="en-US" sz="1600" dirty="0">
                <a:solidFill>
                  <a:srgbClr val="2E2C2C"/>
                </a:solidFill>
                <a:latin typeface="STKaiti" panose="02010600040101010101" pitchFamily="2" charset="-122"/>
                <a:ea typeface="STKaiti" panose="02010600040101010101" pitchFamily="2" charset="-122"/>
              </a:rPr>
              <a:t>患者，在</a:t>
            </a:r>
            <a:r>
              <a:rPr kumimoji="1" lang="en-US" altLang="zh-CN" sz="1600" dirty="0">
                <a:solidFill>
                  <a:srgbClr val="2E2C2C"/>
                </a:solidFill>
                <a:latin typeface="STKaiti" panose="02010600040101010101" pitchFamily="2" charset="-122"/>
                <a:ea typeface="STKaiti" panose="02010600040101010101" pitchFamily="2" charset="-122"/>
              </a:rPr>
              <a:t>6</a:t>
            </a:r>
            <a:r>
              <a:rPr kumimoji="1" lang="zh-CN" altLang="en-US" sz="1600" dirty="0">
                <a:solidFill>
                  <a:srgbClr val="2E2C2C"/>
                </a:solidFill>
                <a:latin typeface="STKaiti" panose="02010600040101010101" pitchFamily="2" charset="-122"/>
                <a:ea typeface="STKaiti" panose="02010600040101010101" pitchFamily="2" charset="-122"/>
              </a:rPr>
              <a:t>个月内随机接受了伽马频率神经调节或安慰剂治疗。全脑萎缩和脑容量损失降低了</a:t>
            </a:r>
            <a:r>
              <a:rPr kumimoji="1" lang="en-US" altLang="zh-CN" sz="1600" dirty="0">
                <a:solidFill>
                  <a:srgbClr val="2E2C2C"/>
                </a:solidFill>
                <a:latin typeface="STKaiti" panose="02010600040101010101" pitchFamily="2" charset="-122"/>
                <a:ea typeface="STKaiti" panose="02010600040101010101" pitchFamily="2" charset="-122"/>
              </a:rPr>
              <a:t>61</a:t>
            </a:r>
            <a:r>
              <a:rPr kumimoji="1" lang="zh-CN" altLang="en-US" sz="1600" dirty="0">
                <a:solidFill>
                  <a:srgbClr val="2E2C2C"/>
                </a:solidFill>
                <a:latin typeface="STKaiti" panose="02010600040101010101" pitchFamily="2" charset="-122"/>
                <a:ea typeface="STKaiti" panose="02010600040101010101" pitchFamily="2" charset="-122"/>
              </a:rPr>
              <a:t>％，具有统计学意义上的治疗效果。</a:t>
            </a:r>
          </a:p>
          <a:p>
            <a:pPr marL="285750" indent="-285750">
              <a:buFont typeface="Arial" panose="020B0604020202020204" pitchFamily="34" charset="0"/>
              <a:buChar char="•"/>
            </a:pPr>
            <a:endParaRPr kumimoji="1" lang="zh-CN" altLang="en-US" sz="1600" dirty="0">
              <a:solidFill>
                <a:srgbClr val="2E2C2C"/>
              </a:solidFill>
              <a:latin typeface="STKaiti" panose="02010600040101010101" pitchFamily="2" charset="-122"/>
              <a:ea typeface="STKaiti" panose="02010600040101010101" pitchFamily="2" charset="-122"/>
            </a:endParaRPr>
          </a:p>
          <a:p>
            <a:pPr marL="285750" indent="-285750">
              <a:buFont typeface="Arial" panose="020B0604020202020204" pitchFamily="34" charset="0"/>
              <a:buChar char="•"/>
            </a:pPr>
            <a:endParaRPr kumimoji="1" lang="zh-CN" altLang="en-US" sz="1600" dirty="0">
              <a:solidFill>
                <a:srgbClr val="2E2C2C"/>
              </a:solidFill>
              <a:latin typeface="STKaiti" panose="02010600040101010101" pitchFamily="2" charset="-122"/>
              <a:ea typeface="STKaiti" panose="02010600040101010101" pitchFamily="2" charset="-122"/>
            </a:endParaRPr>
          </a:p>
          <a:p>
            <a:pPr marL="285750" indent="-285750">
              <a:buFont typeface="Arial" panose="020B0604020202020204" pitchFamily="34" charset="0"/>
              <a:buChar char="•"/>
            </a:pPr>
            <a:endParaRPr kumimoji="1" lang="en-US" altLang="zh-CN" sz="1600" dirty="0">
              <a:solidFill>
                <a:srgbClr val="2E2C2C"/>
              </a:solidFill>
              <a:latin typeface="STKaiti" panose="02010600040101010101" pitchFamily="2" charset="-122"/>
              <a:ea typeface="STKaiti" panose="02010600040101010101" pitchFamily="2" charset="-122"/>
            </a:endParaRPr>
          </a:p>
        </p:txBody>
      </p:sp>
      <p:pic>
        <p:nvPicPr>
          <p:cNvPr id="5" name="图片 4" descr="日程表&#10;&#10;描述已自动生成">
            <a:extLst>
              <a:ext uri="{FF2B5EF4-FFF2-40B4-BE49-F238E27FC236}">
                <a16:creationId xmlns:a16="http://schemas.microsoft.com/office/drawing/2014/main" id="{8BA67E61-51BE-7345-A3DA-172ACA602E3C}"/>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8930" r="6507"/>
          <a:stretch/>
        </p:blipFill>
        <p:spPr>
          <a:xfrm>
            <a:off x="6924907" y="1407507"/>
            <a:ext cx="4977625" cy="4596652"/>
          </a:xfrm>
          <a:prstGeom prst="rect">
            <a:avLst/>
          </a:prstGeom>
        </p:spPr>
      </p:pic>
    </p:spTree>
    <p:extLst>
      <p:ext uri="{BB962C8B-B14F-4D97-AF65-F5344CB8AC3E}">
        <p14:creationId xmlns:p14="http://schemas.microsoft.com/office/powerpoint/2010/main" val="507035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1E6A8D-6DEB-281D-427B-0AFD9EA094BE}"/>
              </a:ext>
            </a:extLst>
          </p:cNvPr>
          <p:cNvSpPr>
            <a:spLocks noGrp="1"/>
          </p:cNvSpPr>
          <p:nvPr>
            <p:ph idx="1"/>
          </p:nvPr>
        </p:nvSpPr>
        <p:spPr/>
        <p:txBody>
          <a:bodyPr/>
          <a:lstStyle/>
          <a:p>
            <a:r>
              <a:rPr lang="en-US" dirty="0"/>
              <a:t>Why is </a:t>
            </a:r>
            <a:r>
              <a:rPr lang="en-US" dirty="0" err="1"/>
              <a:t>donanemab</a:t>
            </a:r>
            <a:r>
              <a:rPr lang="en-US" dirty="0"/>
              <a:t> exciting and recognized</a:t>
            </a:r>
          </a:p>
        </p:txBody>
      </p:sp>
      <p:sp>
        <p:nvSpPr>
          <p:cNvPr id="3" name="Title 2">
            <a:extLst>
              <a:ext uri="{FF2B5EF4-FFF2-40B4-BE49-F238E27FC236}">
                <a16:creationId xmlns:a16="http://schemas.microsoft.com/office/drawing/2014/main" id="{E4D31693-F570-0F85-040A-4FDC37D39CC3}"/>
              </a:ext>
            </a:extLst>
          </p:cNvPr>
          <p:cNvSpPr>
            <a:spLocks noGrp="1"/>
          </p:cNvSpPr>
          <p:nvPr>
            <p:ph type="title"/>
          </p:nvPr>
        </p:nvSpPr>
        <p:spPr/>
        <p:txBody>
          <a:bodyPr/>
          <a:lstStyle/>
          <a:p>
            <a:r>
              <a:rPr lang="en-US" dirty="0"/>
              <a:t>Eli Lilly deep dive</a:t>
            </a:r>
          </a:p>
        </p:txBody>
      </p:sp>
    </p:spTree>
    <p:extLst>
      <p:ext uri="{BB962C8B-B14F-4D97-AF65-F5344CB8AC3E}">
        <p14:creationId xmlns:p14="http://schemas.microsoft.com/office/powerpoint/2010/main" val="5389862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B79262-651A-D227-C6AB-7F342EA932C7}"/>
              </a:ext>
            </a:extLst>
          </p:cNvPr>
          <p:cNvSpPr>
            <a:spLocks noGrp="1"/>
          </p:cNvSpPr>
          <p:nvPr>
            <p:ph idx="1"/>
          </p:nvPr>
        </p:nvSpPr>
        <p:spPr>
          <a:xfrm>
            <a:off x="1095374" y="2893246"/>
            <a:ext cx="2952751" cy="3802829"/>
          </a:xfrm>
        </p:spPr>
        <p:txBody>
          <a:bodyPr>
            <a:normAutofit/>
          </a:bodyPr>
          <a:lstStyle/>
          <a:p>
            <a:r>
              <a:rPr lang="en-US" sz="1400" dirty="0"/>
              <a:t>Founded 2016</a:t>
            </a:r>
          </a:p>
          <a:p>
            <a:r>
              <a:rPr lang="en-US" sz="1400" dirty="0"/>
              <a:t>Team: MIT professor</a:t>
            </a:r>
          </a:p>
          <a:p>
            <a:r>
              <a:rPr lang="en-US" sz="1400" dirty="0"/>
              <a:t>Technology: that includes a handheld controller, an eye-set for visual stimulation, and headphones for auditory stimulation, that work together to deliver precisely timed, non-invasive 40 Hz stimulation to induce steady-state gamma brainwave activity.</a:t>
            </a:r>
          </a:p>
        </p:txBody>
      </p:sp>
      <p:sp>
        <p:nvSpPr>
          <p:cNvPr id="3" name="Title 2">
            <a:extLst>
              <a:ext uri="{FF2B5EF4-FFF2-40B4-BE49-F238E27FC236}">
                <a16:creationId xmlns:a16="http://schemas.microsoft.com/office/drawing/2014/main" id="{29461B38-90E7-70EA-848E-D827393AE2B2}"/>
              </a:ext>
            </a:extLst>
          </p:cNvPr>
          <p:cNvSpPr>
            <a:spLocks noGrp="1"/>
          </p:cNvSpPr>
          <p:nvPr>
            <p:ph type="title"/>
          </p:nvPr>
        </p:nvSpPr>
        <p:spPr>
          <a:xfrm>
            <a:off x="1200149" y="718657"/>
            <a:ext cx="10496551" cy="833917"/>
          </a:xfrm>
        </p:spPr>
        <p:txBody>
          <a:bodyPr/>
          <a:lstStyle/>
          <a:p>
            <a:r>
              <a:rPr lang="en-US" dirty="0"/>
              <a:t>Attractive market opportunity, platform identity, and pivotable tech contributed to another large round </a:t>
            </a:r>
          </a:p>
        </p:txBody>
      </p:sp>
      <p:pic>
        <p:nvPicPr>
          <p:cNvPr id="5" name="Picture 4" descr="A graph with multiple colored lines&#10;&#10;Description automatically generated">
            <a:extLst>
              <a:ext uri="{FF2B5EF4-FFF2-40B4-BE49-F238E27FC236}">
                <a16:creationId xmlns:a16="http://schemas.microsoft.com/office/drawing/2014/main" id="{67F87113-2A6F-6C3B-9BE0-1BD866CE39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8776" y="2762510"/>
            <a:ext cx="6927850" cy="2546453"/>
          </a:xfrm>
          <a:prstGeom prst="rect">
            <a:avLst/>
          </a:prstGeom>
        </p:spPr>
      </p:pic>
      <p:sp>
        <p:nvSpPr>
          <p:cNvPr id="8" name="TextBox 7">
            <a:extLst>
              <a:ext uri="{FF2B5EF4-FFF2-40B4-BE49-F238E27FC236}">
                <a16:creationId xmlns:a16="http://schemas.microsoft.com/office/drawing/2014/main" id="{4C67BCA8-2AFA-9D12-DB27-839283A8FFC0}"/>
              </a:ext>
            </a:extLst>
          </p:cNvPr>
          <p:cNvSpPr txBox="1"/>
          <p:nvPr/>
        </p:nvSpPr>
        <p:spPr>
          <a:xfrm>
            <a:off x="1200149" y="1750489"/>
            <a:ext cx="10287001" cy="954107"/>
          </a:xfrm>
          <a:prstGeom prst="rect">
            <a:avLst/>
          </a:prstGeom>
          <a:noFill/>
        </p:spPr>
        <p:txBody>
          <a:bodyPr wrap="square">
            <a:spAutoFit/>
          </a:bodyPr>
          <a:lstStyle/>
          <a:p>
            <a:r>
              <a:rPr lang="en-US" sz="1400" dirty="0"/>
              <a:t>The company raised </a:t>
            </a:r>
            <a:r>
              <a:rPr lang="en-US" sz="1400" b="1" dirty="0"/>
              <a:t>$73 million of Series B </a:t>
            </a:r>
            <a:r>
              <a:rPr lang="en-US" sz="1400" dirty="0"/>
              <a:t>venture funding in a deal led by </a:t>
            </a:r>
            <a:r>
              <a:rPr lang="en-US" sz="1400" dirty="0" err="1"/>
              <a:t>FoundersX</a:t>
            </a:r>
            <a:r>
              <a:rPr lang="en-US" sz="1400" dirty="0"/>
              <a:t> Ventures on </a:t>
            </a:r>
            <a:r>
              <a:rPr lang="en-US" sz="1400" b="1" dirty="0"/>
              <a:t>March 22, 2023</a:t>
            </a:r>
            <a:r>
              <a:rPr lang="en-US" sz="1400" dirty="0"/>
              <a:t>. </a:t>
            </a:r>
            <a:r>
              <a:rPr lang="en-US" sz="1400" dirty="0" err="1"/>
              <a:t>Starbloom</a:t>
            </a:r>
            <a:r>
              <a:rPr lang="en-US" sz="1400" dirty="0"/>
              <a:t> Capital, Wilson </a:t>
            </a:r>
            <a:r>
              <a:rPr lang="en-US" sz="1400" dirty="0" err="1"/>
              <a:t>Sonsini</a:t>
            </a:r>
            <a:r>
              <a:rPr lang="en-US" sz="1400" dirty="0"/>
              <a:t> Goodrich &amp; Rosati, </a:t>
            </a:r>
            <a:r>
              <a:rPr lang="en-US" sz="1400" b="1" dirty="0" err="1"/>
              <a:t>Alzheimers</a:t>
            </a:r>
            <a:r>
              <a:rPr lang="en-US" sz="1400" b="1" dirty="0"/>
              <a:t> Drug Discovery Foundation</a:t>
            </a:r>
            <a:r>
              <a:rPr lang="en-US" sz="1400" dirty="0"/>
              <a:t>, </a:t>
            </a:r>
            <a:r>
              <a:rPr lang="en-US" sz="1400" dirty="0" err="1"/>
              <a:t>OpAmp</a:t>
            </a:r>
            <a:r>
              <a:rPr lang="en-US" sz="1400" dirty="0"/>
              <a:t> Capital Management, and IAG Capital Partners also participated in the round. </a:t>
            </a:r>
            <a:r>
              <a:rPr lang="en-US" sz="1400" b="1" dirty="0"/>
              <a:t>The funds will be used to advance a pivotal study of the company's non-invasive neuromodulation device</a:t>
            </a:r>
            <a:r>
              <a:rPr lang="en-US" sz="1400" dirty="0"/>
              <a:t>, which delivers proprietary gamma frequency light and sound stimulation intended to treat Alzheimer's Disease.</a:t>
            </a:r>
          </a:p>
        </p:txBody>
      </p:sp>
      <p:pic>
        <p:nvPicPr>
          <p:cNvPr id="11" name="Picture 10" descr="A close-up of a message&#10;&#10;Description automatically generated">
            <a:extLst>
              <a:ext uri="{FF2B5EF4-FFF2-40B4-BE49-F238E27FC236}">
                <a16:creationId xmlns:a16="http://schemas.microsoft.com/office/drawing/2014/main" id="{D3690D90-5D64-BC4E-1D2D-BE801D7C05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68775" y="5477827"/>
            <a:ext cx="6927850" cy="1218248"/>
          </a:xfrm>
          <a:prstGeom prst="rect">
            <a:avLst/>
          </a:prstGeom>
          <a:ln>
            <a:solidFill>
              <a:schemeClr val="accent1">
                <a:lumMod val="50000"/>
              </a:schemeClr>
            </a:solidFill>
          </a:ln>
        </p:spPr>
      </p:pic>
    </p:spTree>
    <p:extLst>
      <p:ext uri="{BB962C8B-B14F-4D97-AF65-F5344CB8AC3E}">
        <p14:creationId xmlns:p14="http://schemas.microsoft.com/office/powerpoint/2010/main" val="3383546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8283D0-DE06-A06D-7ECC-5BDBB799DBAF}"/>
              </a:ext>
            </a:extLst>
          </p:cNvPr>
          <p:cNvSpPr>
            <a:spLocks noGrp="1"/>
          </p:cNvSpPr>
          <p:nvPr>
            <p:ph idx="1"/>
          </p:nvPr>
        </p:nvSpPr>
        <p:spPr>
          <a:xfrm>
            <a:off x="1200148" y="1825625"/>
            <a:ext cx="5579661" cy="4267199"/>
          </a:xfrm>
        </p:spPr>
        <p:txBody>
          <a:bodyPr/>
          <a:lstStyle/>
          <a:p>
            <a:r>
              <a:rPr lang="en-US" i="1" dirty="0"/>
              <a:t>n</a:t>
            </a:r>
            <a:r>
              <a:rPr lang="en-US" dirty="0"/>
              <a:t> = 22</a:t>
            </a:r>
          </a:p>
          <a:p>
            <a:r>
              <a:rPr lang="en-US" dirty="0"/>
              <a:t>clinically diagnosed having mild to moderate AD and were under the care of their care neurologist</a:t>
            </a:r>
          </a:p>
          <a:p>
            <a:r>
              <a:rPr lang="en-US" dirty="0"/>
              <a:t>Inclusion criteria </a:t>
            </a:r>
          </a:p>
          <a:p>
            <a:pPr lvl="1"/>
            <a:r>
              <a:rPr lang="en-US" dirty="0"/>
              <a:t>were age of 55 years or older</a:t>
            </a:r>
          </a:p>
          <a:p>
            <a:pPr lvl="1"/>
            <a:r>
              <a:rPr lang="en-US" dirty="0"/>
              <a:t>Mini-Mental State Examination (MMSE) score 14–26 and participation of a caregiver</a:t>
            </a:r>
          </a:p>
          <a:p>
            <a:r>
              <a:rPr lang="en-US" dirty="0"/>
              <a:t>Exclusion criteria </a:t>
            </a:r>
          </a:p>
          <a:p>
            <a:pPr lvl="1"/>
            <a:r>
              <a:rPr lang="en-US" dirty="0"/>
              <a:t>profound hearing or visual impairment</a:t>
            </a:r>
          </a:p>
          <a:p>
            <a:pPr lvl="1"/>
            <a:r>
              <a:rPr lang="en-US" dirty="0"/>
              <a:t>seizure disorder, or implantable</a:t>
            </a:r>
          </a:p>
          <a:p>
            <a:pPr lvl="1"/>
            <a:r>
              <a:rPr lang="en-US" dirty="0"/>
              <a:t>non-MR compatible devices</a:t>
            </a:r>
          </a:p>
          <a:p>
            <a:r>
              <a:rPr lang="en-US" dirty="0"/>
              <a:t>Patients on AD medication therapy with acetylcholine esterase inhibitors (donepezil, rivastigmine) could enroll, but their dosing were maintained the same during the trial</a:t>
            </a:r>
          </a:p>
          <a:p>
            <a:r>
              <a:rPr lang="en-US" dirty="0"/>
              <a:t>Use of memantine was not permitted during the study</a:t>
            </a:r>
          </a:p>
          <a:p>
            <a:pPr lvl="1"/>
            <a:endParaRPr lang="en-US" dirty="0"/>
          </a:p>
        </p:txBody>
      </p:sp>
      <p:sp>
        <p:nvSpPr>
          <p:cNvPr id="3" name="Title 2">
            <a:extLst>
              <a:ext uri="{FF2B5EF4-FFF2-40B4-BE49-F238E27FC236}">
                <a16:creationId xmlns:a16="http://schemas.microsoft.com/office/drawing/2014/main" id="{B94AD904-1DFB-A979-F12C-89ED1C5CE35E}"/>
              </a:ext>
            </a:extLst>
          </p:cNvPr>
          <p:cNvSpPr>
            <a:spLocks noGrp="1"/>
          </p:cNvSpPr>
          <p:nvPr>
            <p:ph type="title"/>
          </p:nvPr>
        </p:nvSpPr>
        <p:spPr/>
        <p:txBody>
          <a:bodyPr/>
          <a:lstStyle/>
          <a:p>
            <a:r>
              <a:rPr lang="en-US" dirty="0"/>
              <a:t>Deep</a:t>
            </a:r>
            <a:r>
              <a:rPr lang="zh-CN" altLang="en-US" dirty="0"/>
              <a:t> </a:t>
            </a:r>
            <a:r>
              <a:rPr lang="en-US" altLang="zh-CN" dirty="0"/>
              <a:t>dive</a:t>
            </a:r>
            <a:r>
              <a:rPr lang="zh-CN" altLang="en-US" dirty="0"/>
              <a:t> </a:t>
            </a:r>
            <a:r>
              <a:rPr lang="en-US" altLang="zh-CN" dirty="0"/>
              <a:t>of Cognito</a:t>
            </a:r>
            <a:endParaRPr lang="en-US" dirty="0"/>
          </a:p>
        </p:txBody>
      </p:sp>
      <p:pic>
        <p:nvPicPr>
          <p:cNvPr id="1026" name="Picture 2">
            <a:extLst>
              <a:ext uri="{FF2B5EF4-FFF2-40B4-BE49-F238E27FC236}">
                <a16:creationId xmlns:a16="http://schemas.microsoft.com/office/drawing/2014/main" id="{3491C0A9-FFC2-0951-2390-91693485A5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9809" y="1559292"/>
            <a:ext cx="5064879" cy="4342186"/>
          </a:xfrm>
          <a:prstGeom prst="rect">
            <a:avLst/>
          </a:prstGeom>
          <a:noFill/>
          <a:ln>
            <a:solidFill>
              <a:schemeClr val="accent1">
                <a:lumMod val="50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0335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DB094EB-78BD-937F-3310-17090A946C96}"/>
              </a:ext>
            </a:extLst>
          </p:cNvPr>
          <p:cNvGraphicFramePr>
            <a:graphicFrameLocks noGrp="1"/>
          </p:cNvGraphicFramePr>
          <p:nvPr>
            <p:ph idx="1"/>
            <p:extLst>
              <p:ext uri="{D42A27DB-BD31-4B8C-83A1-F6EECF244321}">
                <p14:modId xmlns:p14="http://schemas.microsoft.com/office/powerpoint/2010/main" val="2900539887"/>
              </p:ext>
            </p:extLst>
          </p:nvPr>
        </p:nvGraphicFramePr>
        <p:xfrm>
          <a:off x="3010414" y="1831591"/>
          <a:ext cx="6478257" cy="4267202"/>
        </p:xfrm>
        <a:graphic>
          <a:graphicData uri="http://schemas.openxmlformats.org/drawingml/2006/table">
            <a:tbl>
              <a:tblPr/>
              <a:tblGrid>
                <a:gridCol w="2159419">
                  <a:extLst>
                    <a:ext uri="{9D8B030D-6E8A-4147-A177-3AD203B41FA5}">
                      <a16:colId xmlns:a16="http://schemas.microsoft.com/office/drawing/2014/main" val="1290746141"/>
                    </a:ext>
                  </a:extLst>
                </a:gridCol>
                <a:gridCol w="2159419">
                  <a:extLst>
                    <a:ext uri="{9D8B030D-6E8A-4147-A177-3AD203B41FA5}">
                      <a16:colId xmlns:a16="http://schemas.microsoft.com/office/drawing/2014/main" val="2522846389"/>
                    </a:ext>
                  </a:extLst>
                </a:gridCol>
                <a:gridCol w="2159419">
                  <a:extLst>
                    <a:ext uri="{9D8B030D-6E8A-4147-A177-3AD203B41FA5}">
                      <a16:colId xmlns:a16="http://schemas.microsoft.com/office/drawing/2014/main" val="2903440507"/>
                    </a:ext>
                  </a:extLst>
                </a:gridCol>
              </a:tblGrid>
              <a:tr h="396676">
                <a:tc>
                  <a:txBody>
                    <a:bodyPr/>
                    <a:lstStyle/>
                    <a:p>
                      <a:pPr algn="l"/>
                      <a:r>
                        <a:rPr lang="en-US" sz="1100" dirty="0"/>
                        <a:t>Characteristic</a:t>
                      </a:r>
                    </a:p>
                  </a:txBody>
                  <a:tcPr marL="29340" marR="29340" marT="29340" marB="29340">
                    <a:lnL>
                      <a:noFill/>
                    </a:lnL>
                    <a:lnR>
                      <a:noFill/>
                    </a:lnR>
                    <a:lnT>
                      <a:noFill/>
                    </a:lnT>
                    <a:lnB>
                      <a:noFill/>
                    </a:lnB>
                  </a:tcPr>
                </a:tc>
                <a:tc>
                  <a:txBody>
                    <a:bodyPr/>
                    <a:lstStyle/>
                    <a:p>
                      <a:pPr algn="ctr"/>
                      <a:r>
                        <a:rPr lang="en-US" sz="1100"/>
                        <a:t>Treatment group</a:t>
                      </a:r>
                      <a:br>
                        <a:rPr lang="en-US" sz="1100"/>
                      </a:br>
                      <a:r>
                        <a:rPr lang="en-US" sz="1100"/>
                        <a:t>(</a:t>
                      </a:r>
                      <a:r>
                        <a:rPr lang="en-US" sz="1100" i="1"/>
                        <a:t>N</a:t>
                      </a:r>
                      <a:r>
                        <a:rPr lang="en-US" sz="1100"/>
                        <a:t> = 14)</a:t>
                      </a:r>
                    </a:p>
                  </a:txBody>
                  <a:tcPr marL="29340" marR="29340" marT="29340" marB="29340">
                    <a:lnL>
                      <a:noFill/>
                    </a:lnL>
                    <a:lnR>
                      <a:noFill/>
                    </a:lnR>
                    <a:lnT>
                      <a:noFill/>
                    </a:lnT>
                    <a:lnB>
                      <a:noFill/>
                    </a:lnB>
                  </a:tcPr>
                </a:tc>
                <a:tc>
                  <a:txBody>
                    <a:bodyPr/>
                    <a:lstStyle/>
                    <a:p>
                      <a:pPr algn="ctr"/>
                      <a:r>
                        <a:rPr lang="en-US" sz="1100"/>
                        <a:t>Sham group</a:t>
                      </a:r>
                      <a:br>
                        <a:rPr lang="en-US" sz="1100"/>
                      </a:br>
                      <a:r>
                        <a:rPr lang="en-US" sz="1100"/>
                        <a:t>(</a:t>
                      </a:r>
                      <a:r>
                        <a:rPr lang="en-US" sz="1100" i="1"/>
                        <a:t>N</a:t>
                      </a:r>
                      <a:r>
                        <a:rPr lang="en-US" sz="1100"/>
                        <a:t> = 8)</a:t>
                      </a:r>
                    </a:p>
                  </a:txBody>
                  <a:tcPr marL="29340" marR="29340" marT="29340" marB="29340">
                    <a:lnL>
                      <a:noFill/>
                    </a:lnL>
                    <a:lnR>
                      <a:noFill/>
                    </a:lnR>
                    <a:lnT>
                      <a:noFill/>
                    </a:lnT>
                    <a:lnB>
                      <a:noFill/>
                    </a:lnB>
                  </a:tcPr>
                </a:tc>
                <a:extLst>
                  <a:ext uri="{0D108BD9-81ED-4DB2-BD59-A6C34878D82A}">
                    <a16:rowId xmlns:a16="http://schemas.microsoft.com/office/drawing/2014/main" val="2788286970"/>
                  </a:ext>
                </a:extLst>
              </a:tr>
              <a:tr h="227678">
                <a:tc gridSpan="3">
                  <a:txBody>
                    <a:bodyPr/>
                    <a:lstStyle/>
                    <a:p>
                      <a:pPr algn="l"/>
                      <a:r>
                        <a:rPr lang="en-US" sz="1100" b="1"/>
                        <a:t>Demographics</a:t>
                      </a:r>
                      <a:r>
                        <a:rPr lang="en-US" sz="1100"/>
                        <a:t> </a:t>
                      </a:r>
                    </a:p>
                  </a:txBody>
                  <a:tcPr marL="29340" marR="29340" marT="29340" marB="29340">
                    <a:lnL>
                      <a:noFill/>
                    </a:lnL>
                    <a:lnR>
                      <a:noFill/>
                    </a:lnR>
                    <a:lnT>
                      <a:noFill/>
                    </a:lnT>
                    <a:lnB>
                      <a:noFill/>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74054201"/>
                  </a:ext>
                </a:extLst>
              </a:tr>
              <a:tr h="227678">
                <a:tc>
                  <a:txBody>
                    <a:bodyPr/>
                    <a:lstStyle/>
                    <a:p>
                      <a:pPr algn="l"/>
                      <a:r>
                        <a:rPr lang="en-US" sz="1100"/>
                        <a:t>Age in years, mean ± SD</a:t>
                      </a:r>
                    </a:p>
                  </a:txBody>
                  <a:tcPr marL="29340" marR="29340" marT="29340" marB="29340">
                    <a:lnL>
                      <a:noFill/>
                    </a:lnL>
                    <a:lnR>
                      <a:noFill/>
                    </a:lnR>
                    <a:lnT>
                      <a:noFill/>
                    </a:lnT>
                    <a:lnB>
                      <a:noFill/>
                    </a:lnB>
                  </a:tcPr>
                </a:tc>
                <a:tc>
                  <a:txBody>
                    <a:bodyPr/>
                    <a:lstStyle/>
                    <a:p>
                      <a:pPr algn="ctr"/>
                      <a:r>
                        <a:rPr lang="en-US" sz="1100"/>
                        <a:t>66.5 ± 8.0</a:t>
                      </a:r>
                    </a:p>
                  </a:txBody>
                  <a:tcPr marL="29340" marR="29340" marT="29340" marB="29340">
                    <a:lnL>
                      <a:noFill/>
                    </a:lnL>
                    <a:lnR>
                      <a:noFill/>
                    </a:lnR>
                    <a:lnT>
                      <a:noFill/>
                    </a:lnT>
                    <a:lnB>
                      <a:noFill/>
                    </a:lnB>
                  </a:tcPr>
                </a:tc>
                <a:tc>
                  <a:txBody>
                    <a:bodyPr/>
                    <a:lstStyle/>
                    <a:p>
                      <a:pPr algn="ctr"/>
                      <a:r>
                        <a:rPr lang="en-US" sz="1100"/>
                        <a:t>73.5 ± 6.6</a:t>
                      </a:r>
                    </a:p>
                  </a:txBody>
                  <a:tcPr marL="29340" marR="29340" marT="29340" marB="29340">
                    <a:lnL>
                      <a:noFill/>
                    </a:lnL>
                    <a:lnR>
                      <a:noFill/>
                    </a:lnR>
                    <a:lnT>
                      <a:noFill/>
                    </a:lnT>
                    <a:lnB>
                      <a:noFill/>
                    </a:lnB>
                  </a:tcPr>
                </a:tc>
                <a:extLst>
                  <a:ext uri="{0D108BD9-81ED-4DB2-BD59-A6C34878D82A}">
                    <a16:rowId xmlns:a16="http://schemas.microsoft.com/office/drawing/2014/main" val="972489713"/>
                  </a:ext>
                </a:extLst>
              </a:tr>
              <a:tr h="227678">
                <a:tc gridSpan="3">
                  <a:txBody>
                    <a:bodyPr/>
                    <a:lstStyle/>
                    <a:p>
                      <a:pPr algn="l"/>
                      <a:r>
                        <a:rPr lang="en-US" sz="1100"/>
                        <a:t>Gender, no (%)</a:t>
                      </a:r>
                    </a:p>
                  </a:txBody>
                  <a:tcPr marL="29340" marR="29340" marT="29340" marB="29340">
                    <a:lnL>
                      <a:noFill/>
                    </a:lnL>
                    <a:lnR>
                      <a:noFill/>
                    </a:lnR>
                    <a:lnT>
                      <a:noFill/>
                    </a:lnT>
                    <a:lnB>
                      <a:noFill/>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84095781"/>
                  </a:ext>
                </a:extLst>
              </a:tr>
              <a:tr h="227678">
                <a:tc>
                  <a:txBody>
                    <a:bodyPr/>
                    <a:lstStyle/>
                    <a:p>
                      <a:pPr algn="l"/>
                      <a:r>
                        <a:rPr lang="en-US" sz="1100"/>
                        <a:t>   Female</a:t>
                      </a:r>
                    </a:p>
                  </a:txBody>
                  <a:tcPr marL="29340" marR="29340" marT="29340" marB="29340">
                    <a:lnL>
                      <a:noFill/>
                    </a:lnL>
                    <a:lnR>
                      <a:noFill/>
                    </a:lnR>
                    <a:lnT>
                      <a:noFill/>
                    </a:lnT>
                    <a:lnB>
                      <a:noFill/>
                    </a:lnB>
                  </a:tcPr>
                </a:tc>
                <a:tc>
                  <a:txBody>
                    <a:bodyPr/>
                    <a:lstStyle/>
                    <a:p>
                      <a:pPr algn="ctr"/>
                      <a:r>
                        <a:rPr lang="en-US" sz="1100"/>
                        <a:t>10 (71)</a:t>
                      </a:r>
                    </a:p>
                  </a:txBody>
                  <a:tcPr marL="29340" marR="29340" marT="29340" marB="29340">
                    <a:lnL>
                      <a:noFill/>
                    </a:lnL>
                    <a:lnR>
                      <a:noFill/>
                    </a:lnR>
                    <a:lnT>
                      <a:noFill/>
                    </a:lnT>
                    <a:lnB>
                      <a:noFill/>
                    </a:lnB>
                  </a:tcPr>
                </a:tc>
                <a:tc>
                  <a:txBody>
                    <a:bodyPr/>
                    <a:lstStyle/>
                    <a:p>
                      <a:pPr algn="ctr"/>
                      <a:r>
                        <a:rPr lang="en-US" sz="1100"/>
                        <a:t>5 (63)</a:t>
                      </a:r>
                    </a:p>
                  </a:txBody>
                  <a:tcPr marL="29340" marR="29340" marT="29340" marB="29340">
                    <a:lnL>
                      <a:noFill/>
                    </a:lnL>
                    <a:lnR>
                      <a:noFill/>
                    </a:lnR>
                    <a:lnT>
                      <a:noFill/>
                    </a:lnT>
                    <a:lnB>
                      <a:noFill/>
                    </a:lnB>
                  </a:tcPr>
                </a:tc>
                <a:extLst>
                  <a:ext uri="{0D108BD9-81ED-4DB2-BD59-A6C34878D82A}">
                    <a16:rowId xmlns:a16="http://schemas.microsoft.com/office/drawing/2014/main" val="3321044248"/>
                  </a:ext>
                </a:extLst>
              </a:tr>
              <a:tr h="227678">
                <a:tc>
                  <a:txBody>
                    <a:bodyPr/>
                    <a:lstStyle/>
                    <a:p>
                      <a:pPr algn="l"/>
                      <a:r>
                        <a:rPr lang="en-US" sz="1100"/>
                        <a:t>   Male</a:t>
                      </a:r>
                    </a:p>
                  </a:txBody>
                  <a:tcPr marL="29340" marR="29340" marT="29340" marB="29340">
                    <a:lnL>
                      <a:noFill/>
                    </a:lnL>
                    <a:lnR>
                      <a:noFill/>
                    </a:lnR>
                    <a:lnT>
                      <a:noFill/>
                    </a:lnT>
                    <a:lnB>
                      <a:noFill/>
                    </a:lnB>
                  </a:tcPr>
                </a:tc>
                <a:tc>
                  <a:txBody>
                    <a:bodyPr/>
                    <a:lstStyle/>
                    <a:p>
                      <a:pPr algn="ctr"/>
                      <a:r>
                        <a:rPr lang="en-US" sz="1100"/>
                        <a:t>4 (29)</a:t>
                      </a:r>
                    </a:p>
                  </a:txBody>
                  <a:tcPr marL="29340" marR="29340" marT="29340" marB="29340">
                    <a:lnL>
                      <a:noFill/>
                    </a:lnL>
                    <a:lnR>
                      <a:noFill/>
                    </a:lnR>
                    <a:lnT>
                      <a:noFill/>
                    </a:lnT>
                    <a:lnB>
                      <a:noFill/>
                    </a:lnB>
                  </a:tcPr>
                </a:tc>
                <a:tc>
                  <a:txBody>
                    <a:bodyPr/>
                    <a:lstStyle/>
                    <a:p>
                      <a:pPr algn="ctr"/>
                      <a:r>
                        <a:rPr lang="en-US" sz="1100"/>
                        <a:t>3 (37)</a:t>
                      </a:r>
                    </a:p>
                  </a:txBody>
                  <a:tcPr marL="29340" marR="29340" marT="29340" marB="29340">
                    <a:lnL>
                      <a:noFill/>
                    </a:lnL>
                    <a:lnR>
                      <a:noFill/>
                    </a:lnR>
                    <a:lnT>
                      <a:noFill/>
                    </a:lnT>
                    <a:lnB>
                      <a:noFill/>
                    </a:lnB>
                  </a:tcPr>
                </a:tc>
                <a:extLst>
                  <a:ext uri="{0D108BD9-81ED-4DB2-BD59-A6C34878D82A}">
                    <a16:rowId xmlns:a16="http://schemas.microsoft.com/office/drawing/2014/main" val="1499103306"/>
                  </a:ext>
                </a:extLst>
              </a:tr>
              <a:tr h="227678">
                <a:tc gridSpan="3">
                  <a:txBody>
                    <a:bodyPr/>
                    <a:lstStyle/>
                    <a:p>
                      <a:pPr algn="l"/>
                      <a:r>
                        <a:rPr lang="en-US" sz="1100"/>
                        <a:t>Race and Ethnicity, no (%)</a:t>
                      </a:r>
                    </a:p>
                  </a:txBody>
                  <a:tcPr marL="29340" marR="29340" marT="29340" marB="29340">
                    <a:lnL>
                      <a:noFill/>
                    </a:lnL>
                    <a:lnR>
                      <a:noFill/>
                    </a:lnR>
                    <a:lnT>
                      <a:noFill/>
                    </a:lnT>
                    <a:lnB>
                      <a:noFill/>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05772940"/>
                  </a:ext>
                </a:extLst>
              </a:tr>
              <a:tr h="227678">
                <a:tc>
                  <a:txBody>
                    <a:bodyPr/>
                    <a:lstStyle/>
                    <a:p>
                      <a:pPr algn="l"/>
                      <a:r>
                        <a:rPr lang="en-US" sz="1100"/>
                        <a:t>   White</a:t>
                      </a:r>
                    </a:p>
                  </a:txBody>
                  <a:tcPr marL="29340" marR="29340" marT="29340" marB="29340">
                    <a:lnL>
                      <a:noFill/>
                    </a:lnL>
                    <a:lnR>
                      <a:noFill/>
                    </a:lnR>
                    <a:lnT>
                      <a:noFill/>
                    </a:lnT>
                    <a:lnB>
                      <a:noFill/>
                    </a:lnB>
                  </a:tcPr>
                </a:tc>
                <a:tc>
                  <a:txBody>
                    <a:bodyPr/>
                    <a:lstStyle/>
                    <a:p>
                      <a:pPr algn="ctr"/>
                      <a:r>
                        <a:rPr lang="en-US" sz="1100"/>
                        <a:t>14 (100)</a:t>
                      </a:r>
                    </a:p>
                  </a:txBody>
                  <a:tcPr marL="29340" marR="29340" marT="29340" marB="29340">
                    <a:lnL>
                      <a:noFill/>
                    </a:lnL>
                    <a:lnR>
                      <a:noFill/>
                    </a:lnR>
                    <a:lnT>
                      <a:noFill/>
                    </a:lnT>
                    <a:lnB>
                      <a:noFill/>
                    </a:lnB>
                  </a:tcPr>
                </a:tc>
                <a:tc>
                  <a:txBody>
                    <a:bodyPr/>
                    <a:lstStyle/>
                    <a:p>
                      <a:pPr algn="ctr"/>
                      <a:r>
                        <a:rPr lang="en-US" sz="1100"/>
                        <a:t>8 (100)</a:t>
                      </a:r>
                    </a:p>
                  </a:txBody>
                  <a:tcPr marL="29340" marR="29340" marT="29340" marB="29340">
                    <a:lnL>
                      <a:noFill/>
                    </a:lnL>
                    <a:lnR>
                      <a:noFill/>
                    </a:lnR>
                    <a:lnT>
                      <a:noFill/>
                    </a:lnT>
                    <a:lnB>
                      <a:noFill/>
                    </a:lnB>
                  </a:tcPr>
                </a:tc>
                <a:extLst>
                  <a:ext uri="{0D108BD9-81ED-4DB2-BD59-A6C34878D82A}">
                    <a16:rowId xmlns:a16="http://schemas.microsoft.com/office/drawing/2014/main" val="586465076"/>
                  </a:ext>
                </a:extLst>
              </a:tr>
              <a:tr h="227678">
                <a:tc>
                  <a:txBody>
                    <a:bodyPr/>
                    <a:lstStyle/>
                    <a:p>
                      <a:pPr algn="l"/>
                      <a:r>
                        <a:rPr lang="en-US" sz="1100"/>
                        <a:t>   Hispanic or Latino</a:t>
                      </a:r>
                    </a:p>
                  </a:txBody>
                  <a:tcPr marL="29340" marR="29340" marT="29340" marB="29340">
                    <a:lnL>
                      <a:noFill/>
                    </a:lnL>
                    <a:lnR>
                      <a:noFill/>
                    </a:lnR>
                    <a:lnT>
                      <a:noFill/>
                    </a:lnT>
                    <a:lnB>
                      <a:noFill/>
                    </a:lnB>
                  </a:tcPr>
                </a:tc>
                <a:tc>
                  <a:txBody>
                    <a:bodyPr/>
                    <a:lstStyle/>
                    <a:p>
                      <a:pPr algn="ctr"/>
                      <a:r>
                        <a:rPr lang="en-US" sz="1100"/>
                        <a:t>1 (7)</a:t>
                      </a:r>
                    </a:p>
                  </a:txBody>
                  <a:tcPr marL="29340" marR="29340" marT="29340" marB="29340">
                    <a:lnL>
                      <a:noFill/>
                    </a:lnL>
                    <a:lnR>
                      <a:noFill/>
                    </a:lnR>
                    <a:lnT>
                      <a:noFill/>
                    </a:lnT>
                    <a:lnB>
                      <a:noFill/>
                    </a:lnB>
                  </a:tcPr>
                </a:tc>
                <a:tc>
                  <a:txBody>
                    <a:bodyPr/>
                    <a:lstStyle/>
                    <a:p>
                      <a:pPr algn="ctr"/>
                      <a:r>
                        <a:rPr lang="en-US" sz="1100"/>
                        <a:t>0 (0)</a:t>
                      </a:r>
                    </a:p>
                  </a:txBody>
                  <a:tcPr marL="29340" marR="29340" marT="29340" marB="29340">
                    <a:lnL>
                      <a:noFill/>
                    </a:lnL>
                    <a:lnR>
                      <a:noFill/>
                    </a:lnR>
                    <a:lnT>
                      <a:noFill/>
                    </a:lnT>
                    <a:lnB>
                      <a:noFill/>
                    </a:lnB>
                  </a:tcPr>
                </a:tc>
                <a:extLst>
                  <a:ext uri="{0D108BD9-81ED-4DB2-BD59-A6C34878D82A}">
                    <a16:rowId xmlns:a16="http://schemas.microsoft.com/office/drawing/2014/main" val="457261335"/>
                  </a:ext>
                </a:extLst>
              </a:tr>
              <a:tr h="227678">
                <a:tc gridSpan="3">
                  <a:txBody>
                    <a:bodyPr/>
                    <a:lstStyle/>
                    <a:p>
                      <a:pPr algn="l"/>
                      <a:r>
                        <a:rPr lang="en-US" sz="1100" b="1"/>
                        <a:t>APOE4</a:t>
                      </a:r>
                      <a:r>
                        <a:rPr lang="en-US" sz="1100"/>
                        <a:t>–</a:t>
                      </a:r>
                      <a:r>
                        <a:rPr lang="en-US" sz="1100" b="1"/>
                        <a:t>status, no</a:t>
                      </a:r>
                      <a:r>
                        <a:rPr lang="en-US" sz="1100"/>
                        <a:t> (%)</a:t>
                      </a:r>
                    </a:p>
                  </a:txBody>
                  <a:tcPr marL="29340" marR="29340" marT="29340" marB="29340">
                    <a:lnL>
                      <a:noFill/>
                    </a:lnL>
                    <a:lnR>
                      <a:noFill/>
                    </a:lnR>
                    <a:lnT>
                      <a:noFill/>
                    </a:lnT>
                    <a:lnB>
                      <a:noFill/>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5296086"/>
                  </a:ext>
                </a:extLst>
              </a:tr>
              <a:tr h="227678">
                <a:tc>
                  <a:txBody>
                    <a:bodyPr/>
                    <a:lstStyle/>
                    <a:p>
                      <a:pPr algn="l"/>
                      <a:r>
                        <a:rPr lang="en-US" sz="1100"/>
                        <a:t>   Non-carrier</a:t>
                      </a:r>
                    </a:p>
                  </a:txBody>
                  <a:tcPr marL="29340" marR="29340" marT="29340" marB="29340">
                    <a:lnL>
                      <a:noFill/>
                    </a:lnL>
                    <a:lnR>
                      <a:noFill/>
                    </a:lnR>
                    <a:lnT>
                      <a:noFill/>
                    </a:lnT>
                    <a:lnB>
                      <a:noFill/>
                    </a:lnB>
                  </a:tcPr>
                </a:tc>
                <a:tc>
                  <a:txBody>
                    <a:bodyPr/>
                    <a:lstStyle/>
                    <a:p>
                      <a:pPr algn="ctr"/>
                      <a:r>
                        <a:rPr lang="en-US" sz="1100"/>
                        <a:t>5 (36)</a:t>
                      </a:r>
                    </a:p>
                  </a:txBody>
                  <a:tcPr marL="29340" marR="29340" marT="29340" marB="29340">
                    <a:lnL>
                      <a:noFill/>
                    </a:lnL>
                    <a:lnR>
                      <a:noFill/>
                    </a:lnR>
                    <a:lnT>
                      <a:noFill/>
                    </a:lnT>
                    <a:lnB>
                      <a:noFill/>
                    </a:lnB>
                  </a:tcPr>
                </a:tc>
                <a:tc>
                  <a:txBody>
                    <a:bodyPr/>
                    <a:lstStyle/>
                    <a:p>
                      <a:pPr algn="ctr"/>
                      <a:r>
                        <a:rPr lang="en-US" sz="1100"/>
                        <a:t>3 (37.5)</a:t>
                      </a:r>
                    </a:p>
                  </a:txBody>
                  <a:tcPr marL="29340" marR="29340" marT="29340" marB="29340">
                    <a:lnL>
                      <a:noFill/>
                    </a:lnL>
                    <a:lnR>
                      <a:noFill/>
                    </a:lnR>
                    <a:lnT>
                      <a:noFill/>
                    </a:lnT>
                    <a:lnB>
                      <a:noFill/>
                    </a:lnB>
                  </a:tcPr>
                </a:tc>
                <a:extLst>
                  <a:ext uri="{0D108BD9-81ED-4DB2-BD59-A6C34878D82A}">
                    <a16:rowId xmlns:a16="http://schemas.microsoft.com/office/drawing/2014/main" val="2904475235"/>
                  </a:ext>
                </a:extLst>
              </a:tr>
              <a:tr h="227678">
                <a:tc>
                  <a:txBody>
                    <a:bodyPr/>
                    <a:lstStyle/>
                    <a:p>
                      <a:pPr algn="l"/>
                      <a:r>
                        <a:rPr lang="en-US" sz="1100"/>
                        <a:t>   Heterozygous</a:t>
                      </a:r>
                    </a:p>
                  </a:txBody>
                  <a:tcPr marL="29340" marR="29340" marT="29340" marB="29340">
                    <a:lnL>
                      <a:noFill/>
                    </a:lnL>
                    <a:lnR>
                      <a:noFill/>
                    </a:lnR>
                    <a:lnT>
                      <a:noFill/>
                    </a:lnT>
                    <a:lnB>
                      <a:noFill/>
                    </a:lnB>
                  </a:tcPr>
                </a:tc>
                <a:tc>
                  <a:txBody>
                    <a:bodyPr/>
                    <a:lstStyle/>
                    <a:p>
                      <a:pPr algn="ctr"/>
                      <a:r>
                        <a:rPr lang="en-US" sz="1100"/>
                        <a:t>7 (50)</a:t>
                      </a:r>
                    </a:p>
                  </a:txBody>
                  <a:tcPr marL="29340" marR="29340" marT="29340" marB="29340">
                    <a:lnL>
                      <a:noFill/>
                    </a:lnL>
                    <a:lnR>
                      <a:noFill/>
                    </a:lnR>
                    <a:lnT>
                      <a:noFill/>
                    </a:lnT>
                    <a:lnB>
                      <a:noFill/>
                    </a:lnB>
                  </a:tcPr>
                </a:tc>
                <a:tc>
                  <a:txBody>
                    <a:bodyPr/>
                    <a:lstStyle/>
                    <a:p>
                      <a:pPr algn="ctr"/>
                      <a:r>
                        <a:rPr lang="en-US" sz="1100"/>
                        <a:t>4 (50)</a:t>
                      </a:r>
                    </a:p>
                  </a:txBody>
                  <a:tcPr marL="29340" marR="29340" marT="29340" marB="29340">
                    <a:lnL>
                      <a:noFill/>
                    </a:lnL>
                    <a:lnR>
                      <a:noFill/>
                    </a:lnR>
                    <a:lnT>
                      <a:noFill/>
                    </a:lnT>
                    <a:lnB>
                      <a:noFill/>
                    </a:lnB>
                  </a:tcPr>
                </a:tc>
                <a:extLst>
                  <a:ext uri="{0D108BD9-81ED-4DB2-BD59-A6C34878D82A}">
                    <a16:rowId xmlns:a16="http://schemas.microsoft.com/office/drawing/2014/main" val="4042798185"/>
                  </a:ext>
                </a:extLst>
              </a:tr>
              <a:tr h="227678">
                <a:tc>
                  <a:txBody>
                    <a:bodyPr/>
                    <a:lstStyle/>
                    <a:p>
                      <a:pPr algn="l"/>
                      <a:r>
                        <a:rPr lang="en-US" sz="1100"/>
                        <a:t>   Homozygous</a:t>
                      </a:r>
                    </a:p>
                  </a:txBody>
                  <a:tcPr marL="29340" marR="29340" marT="29340" marB="29340">
                    <a:lnL>
                      <a:noFill/>
                    </a:lnL>
                    <a:lnR>
                      <a:noFill/>
                    </a:lnR>
                    <a:lnT>
                      <a:noFill/>
                    </a:lnT>
                    <a:lnB>
                      <a:noFill/>
                    </a:lnB>
                  </a:tcPr>
                </a:tc>
                <a:tc>
                  <a:txBody>
                    <a:bodyPr/>
                    <a:lstStyle/>
                    <a:p>
                      <a:pPr algn="ctr"/>
                      <a:r>
                        <a:rPr lang="en-US" sz="1100"/>
                        <a:t>1 (7)</a:t>
                      </a:r>
                    </a:p>
                  </a:txBody>
                  <a:tcPr marL="29340" marR="29340" marT="29340" marB="29340">
                    <a:lnL>
                      <a:noFill/>
                    </a:lnL>
                    <a:lnR>
                      <a:noFill/>
                    </a:lnR>
                    <a:lnT>
                      <a:noFill/>
                    </a:lnT>
                    <a:lnB>
                      <a:noFill/>
                    </a:lnB>
                  </a:tcPr>
                </a:tc>
                <a:tc>
                  <a:txBody>
                    <a:bodyPr/>
                    <a:lstStyle/>
                    <a:p>
                      <a:pPr algn="ctr"/>
                      <a:r>
                        <a:rPr lang="en-US" sz="1100"/>
                        <a:t>1 (12.5)</a:t>
                      </a:r>
                    </a:p>
                  </a:txBody>
                  <a:tcPr marL="29340" marR="29340" marT="29340" marB="29340">
                    <a:lnL>
                      <a:noFill/>
                    </a:lnL>
                    <a:lnR>
                      <a:noFill/>
                    </a:lnR>
                    <a:lnT>
                      <a:noFill/>
                    </a:lnT>
                    <a:lnB>
                      <a:noFill/>
                    </a:lnB>
                  </a:tcPr>
                </a:tc>
                <a:extLst>
                  <a:ext uri="{0D108BD9-81ED-4DB2-BD59-A6C34878D82A}">
                    <a16:rowId xmlns:a16="http://schemas.microsoft.com/office/drawing/2014/main" val="990074716"/>
                  </a:ext>
                </a:extLst>
              </a:tr>
              <a:tr h="227678">
                <a:tc>
                  <a:txBody>
                    <a:bodyPr/>
                    <a:lstStyle/>
                    <a:p>
                      <a:pPr algn="l"/>
                      <a:r>
                        <a:rPr lang="en-US" sz="1100"/>
                        <a:t>   Ambiguous</a:t>
                      </a:r>
                      <a:r>
                        <a:rPr lang="en-US" sz="1100" baseline="30000"/>
                        <a:t>*</a:t>
                      </a:r>
                      <a:endParaRPr lang="en-US" sz="1100"/>
                    </a:p>
                  </a:txBody>
                  <a:tcPr marL="29340" marR="29340" marT="29340" marB="29340">
                    <a:lnL>
                      <a:noFill/>
                    </a:lnL>
                    <a:lnR>
                      <a:noFill/>
                    </a:lnR>
                    <a:lnT>
                      <a:noFill/>
                    </a:lnT>
                    <a:lnB>
                      <a:noFill/>
                    </a:lnB>
                  </a:tcPr>
                </a:tc>
                <a:tc>
                  <a:txBody>
                    <a:bodyPr/>
                    <a:lstStyle/>
                    <a:p>
                      <a:pPr algn="ctr"/>
                      <a:r>
                        <a:rPr lang="en-US" sz="1100"/>
                        <a:t>1 (7)</a:t>
                      </a:r>
                    </a:p>
                  </a:txBody>
                  <a:tcPr marL="29340" marR="29340" marT="29340" marB="29340">
                    <a:lnL>
                      <a:noFill/>
                    </a:lnL>
                    <a:lnR>
                      <a:noFill/>
                    </a:lnR>
                    <a:lnT>
                      <a:noFill/>
                    </a:lnT>
                    <a:lnB>
                      <a:noFill/>
                    </a:lnB>
                  </a:tcPr>
                </a:tc>
                <a:tc>
                  <a:txBody>
                    <a:bodyPr/>
                    <a:lstStyle/>
                    <a:p>
                      <a:pPr algn="ctr"/>
                      <a:r>
                        <a:rPr lang="en-US" sz="1100"/>
                        <a:t>NONE</a:t>
                      </a:r>
                    </a:p>
                  </a:txBody>
                  <a:tcPr marL="29340" marR="29340" marT="29340" marB="29340">
                    <a:lnL>
                      <a:noFill/>
                    </a:lnL>
                    <a:lnR>
                      <a:noFill/>
                    </a:lnR>
                    <a:lnT>
                      <a:noFill/>
                    </a:lnT>
                    <a:lnB>
                      <a:noFill/>
                    </a:lnB>
                  </a:tcPr>
                </a:tc>
                <a:extLst>
                  <a:ext uri="{0D108BD9-81ED-4DB2-BD59-A6C34878D82A}">
                    <a16:rowId xmlns:a16="http://schemas.microsoft.com/office/drawing/2014/main" val="3811497022"/>
                  </a:ext>
                </a:extLst>
              </a:tr>
              <a:tr h="227678">
                <a:tc gridSpan="3">
                  <a:txBody>
                    <a:bodyPr/>
                    <a:lstStyle/>
                    <a:p>
                      <a:pPr algn="l"/>
                      <a:r>
                        <a:rPr lang="en-US" sz="1100" b="1"/>
                        <a:t>Cognitive assessment</a:t>
                      </a:r>
                      <a:r>
                        <a:rPr lang="en-US" sz="1100"/>
                        <a:t> </a:t>
                      </a:r>
                    </a:p>
                  </a:txBody>
                  <a:tcPr marL="29340" marR="29340" marT="29340" marB="29340">
                    <a:lnL>
                      <a:noFill/>
                    </a:lnL>
                    <a:lnR>
                      <a:noFill/>
                    </a:lnR>
                    <a:lnT>
                      <a:noFill/>
                    </a:lnT>
                    <a:lnB>
                      <a:noFill/>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74004629"/>
                  </a:ext>
                </a:extLst>
              </a:tr>
              <a:tr h="227678">
                <a:tc>
                  <a:txBody>
                    <a:bodyPr/>
                    <a:lstStyle/>
                    <a:p>
                      <a:pPr algn="l"/>
                      <a:r>
                        <a:rPr lang="en-US" sz="1100"/>
                        <a:t>   MMSE score†, mean ± SD</a:t>
                      </a:r>
                    </a:p>
                  </a:txBody>
                  <a:tcPr marL="29340" marR="29340" marT="29340" marB="29340">
                    <a:lnL>
                      <a:noFill/>
                    </a:lnL>
                    <a:lnR>
                      <a:noFill/>
                    </a:lnR>
                    <a:lnT>
                      <a:noFill/>
                    </a:lnT>
                    <a:lnB>
                      <a:noFill/>
                    </a:lnB>
                  </a:tcPr>
                </a:tc>
                <a:tc>
                  <a:txBody>
                    <a:bodyPr/>
                    <a:lstStyle/>
                    <a:p>
                      <a:pPr algn="ctr"/>
                      <a:r>
                        <a:rPr lang="en-US" sz="1100"/>
                        <a:t>19.9 ± 2.8</a:t>
                      </a:r>
                    </a:p>
                  </a:txBody>
                  <a:tcPr marL="29340" marR="29340" marT="29340" marB="29340">
                    <a:lnL>
                      <a:noFill/>
                    </a:lnL>
                    <a:lnR>
                      <a:noFill/>
                    </a:lnR>
                    <a:lnT>
                      <a:noFill/>
                    </a:lnT>
                    <a:lnB>
                      <a:noFill/>
                    </a:lnB>
                  </a:tcPr>
                </a:tc>
                <a:tc>
                  <a:txBody>
                    <a:bodyPr/>
                    <a:lstStyle/>
                    <a:p>
                      <a:pPr algn="ctr"/>
                      <a:r>
                        <a:rPr lang="en-US" sz="1100"/>
                        <a:t>18.5 ± 2.7</a:t>
                      </a:r>
                    </a:p>
                  </a:txBody>
                  <a:tcPr marL="29340" marR="29340" marT="29340" marB="29340">
                    <a:lnL>
                      <a:noFill/>
                    </a:lnL>
                    <a:lnR>
                      <a:noFill/>
                    </a:lnR>
                    <a:lnT>
                      <a:noFill/>
                    </a:lnT>
                    <a:lnB>
                      <a:noFill/>
                    </a:lnB>
                  </a:tcPr>
                </a:tc>
                <a:extLst>
                  <a:ext uri="{0D108BD9-81ED-4DB2-BD59-A6C34878D82A}">
                    <a16:rowId xmlns:a16="http://schemas.microsoft.com/office/drawing/2014/main" val="4005238505"/>
                  </a:ext>
                </a:extLst>
              </a:tr>
              <a:tr h="227678">
                <a:tc gridSpan="3">
                  <a:txBody>
                    <a:bodyPr/>
                    <a:lstStyle/>
                    <a:p>
                      <a:pPr algn="l"/>
                      <a:r>
                        <a:rPr lang="en-US" sz="1100" b="1"/>
                        <a:t>Functional assessment</a:t>
                      </a:r>
                      <a:r>
                        <a:rPr lang="en-US" sz="1100"/>
                        <a:t> </a:t>
                      </a:r>
                    </a:p>
                  </a:txBody>
                  <a:tcPr marL="29340" marR="29340" marT="29340" marB="29340">
                    <a:lnL>
                      <a:noFill/>
                    </a:lnL>
                    <a:lnR>
                      <a:noFill/>
                    </a:lnR>
                    <a:lnT>
                      <a:noFill/>
                    </a:lnT>
                    <a:lnB>
                      <a:noFill/>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46836490"/>
                  </a:ext>
                </a:extLst>
              </a:tr>
              <a:tr h="227678">
                <a:tc>
                  <a:txBody>
                    <a:bodyPr/>
                    <a:lstStyle/>
                    <a:p>
                      <a:pPr algn="l"/>
                      <a:r>
                        <a:rPr lang="en-US" sz="1100"/>
                        <a:t>   ADCS-ADL score, mean ± SD</a:t>
                      </a:r>
                    </a:p>
                  </a:txBody>
                  <a:tcPr marL="29340" marR="29340" marT="29340" marB="29340">
                    <a:lnL>
                      <a:noFill/>
                    </a:lnL>
                    <a:lnR>
                      <a:noFill/>
                    </a:lnR>
                    <a:lnT>
                      <a:noFill/>
                    </a:lnT>
                    <a:lnB>
                      <a:noFill/>
                    </a:lnB>
                  </a:tcPr>
                </a:tc>
                <a:tc>
                  <a:txBody>
                    <a:bodyPr/>
                    <a:lstStyle/>
                    <a:p>
                      <a:pPr algn="ctr"/>
                      <a:r>
                        <a:rPr lang="en-US" sz="1100"/>
                        <a:t>61.8 ± 9.1</a:t>
                      </a:r>
                    </a:p>
                  </a:txBody>
                  <a:tcPr marL="29340" marR="29340" marT="29340" marB="29340">
                    <a:lnL>
                      <a:noFill/>
                    </a:lnL>
                    <a:lnR>
                      <a:noFill/>
                    </a:lnR>
                    <a:lnT>
                      <a:noFill/>
                    </a:lnT>
                    <a:lnB>
                      <a:noFill/>
                    </a:lnB>
                  </a:tcPr>
                </a:tc>
                <a:tc>
                  <a:txBody>
                    <a:bodyPr/>
                    <a:lstStyle/>
                    <a:p>
                      <a:pPr algn="ctr"/>
                      <a:r>
                        <a:rPr lang="en-US" sz="1100" dirty="0"/>
                        <a:t>65.0 ± 10.4</a:t>
                      </a:r>
                    </a:p>
                  </a:txBody>
                  <a:tcPr marL="29340" marR="29340" marT="29340" marB="29340">
                    <a:lnL>
                      <a:noFill/>
                    </a:lnL>
                    <a:lnR>
                      <a:noFill/>
                    </a:lnR>
                    <a:lnT>
                      <a:noFill/>
                    </a:lnT>
                    <a:lnB>
                      <a:noFill/>
                    </a:lnB>
                  </a:tcPr>
                </a:tc>
                <a:extLst>
                  <a:ext uri="{0D108BD9-81ED-4DB2-BD59-A6C34878D82A}">
                    <a16:rowId xmlns:a16="http://schemas.microsoft.com/office/drawing/2014/main" val="3099335384"/>
                  </a:ext>
                </a:extLst>
              </a:tr>
            </a:tbl>
          </a:graphicData>
        </a:graphic>
      </p:graphicFrame>
      <p:sp>
        <p:nvSpPr>
          <p:cNvPr id="3" name="Title 2">
            <a:extLst>
              <a:ext uri="{FF2B5EF4-FFF2-40B4-BE49-F238E27FC236}">
                <a16:creationId xmlns:a16="http://schemas.microsoft.com/office/drawing/2014/main" id="{E70623D0-DBAC-8F45-32F5-23A2F00B9934}"/>
              </a:ext>
            </a:extLst>
          </p:cNvPr>
          <p:cNvSpPr>
            <a:spLocks noGrp="1"/>
          </p:cNvSpPr>
          <p:nvPr>
            <p:ph type="title"/>
          </p:nvPr>
        </p:nvSpPr>
        <p:spPr/>
        <p:txBody>
          <a:bodyPr/>
          <a:lstStyle/>
          <a:p>
            <a:endParaRPr lang="en-US"/>
          </a:p>
        </p:txBody>
      </p:sp>
      <p:sp>
        <p:nvSpPr>
          <p:cNvPr id="5" name="Rectangle 1">
            <a:extLst>
              <a:ext uri="{FF2B5EF4-FFF2-40B4-BE49-F238E27FC236}">
                <a16:creationId xmlns:a16="http://schemas.microsoft.com/office/drawing/2014/main" id="{EE9F7BCA-5C05-F31C-781A-43D4E41CCAE9}"/>
              </a:ext>
            </a:extLst>
          </p:cNvPr>
          <p:cNvSpPr>
            <a:spLocks noChangeArrowheads="1"/>
          </p:cNvSpPr>
          <p:nvPr/>
        </p:nvSpPr>
        <p:spPr bwMode="auto">
          <a:xfrm>
            <a:off x="2085928" y="1371266"/>
            <a:ext cx="802014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Demographic and clinical characteristics of patients at the initial assessment.</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7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86827665"/>
      </p:ext>
    </p:extLst>
  </p:cSld>
  <p:clrMapOvr>
    <a:masterClrMapping/>
  </p:clrMapOvr>
</p:sld>
</file>

<file path=ppt/theme/theme1.xml><?xml version="1.0" encoding="utf-8"?>
<a:theme xmlns:a="http://schemas.openxmlformats.org/drawingml/2006/main" name="Office Theme">
  <a:themeElements>
    <a:clrScheme name="MARATHON 2018">
      <a:dk1>
        <a:srgbClr val="2E2C2C"/>
      </a:dk1>
      <a:lt1>
        <a:srgbClr val="FFFFFF"/>
      </a:lt1>
      <a:dk2>
        <a:srgbClr val="494949"/>
      </a:dk2>
      <a:lt2>
        <a:srgbClr val="E3E3E3"/>
      </a:lt2>
      <a:accent1>
        <a:srgbClr val="E6C24D"/>
      </a:accent1>
      <a:accent2>
        <a:srgbClr val="E3B216"/>
      </a:accent2>
      <a:accent3>
        <a:srgbClr val="E6CD82"/>
      </a:accent3>
      <a:accent4>
        <a:srgbClr val="EC6163"/>
      </a:accent4>
      <a:accent5>
        <a:srgbClr val="935D7C"/>
      </a:accent5>
      <a:accent6>
        <a:srgbClr val="68B6DD"/>
      </a:accent6>
      <a:hlink>
        <a:srgbClr val="0089DE"/>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7258</TotalTime>
  <Words>1963</Words>
  <Application>Microsoft Macintosh PowerPoint</Application>
  <PresentationFormat>Widescreen</PresentationFormat>
  <Paragraphs>297</Paragraphs>
  <Slides>15</Slides>
  <Notes>11</Notes>
  <HiddenSlides>1</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15</vt:i4>
      </vt:variant>
    </vt:vector>
  </HeadingPairs>
  <TitlesOfParts>
    <vt:vector size="31" baseType="lpstr">
      <vt:lpstr>Gotham Bold</vt:lpstr>
      <vt:lpstr>Gotham Book</vt:lpstr>
      <vt:lpstr>Gotham Book Regular</vt:lpstr>
      <vt:lpstr>Gotham Regular</vt:lpstr>
      <vt:lpstr>Heiti SC Light</vt:lpstr>
      <vt:lpstr>微软雅黑</vt:lpstr>
      <vt:lpstr>微软雅黑</vt:lpstr>
      <vt:lpstr>Noto Sans S Chinese Bold</vt:lpstr>
      <vt:lpstr>Noto Sans S Chinese Regular</vt:lpstr>
      <vt:lpstr>Old Standard TT</vt:lpstr>
      <vt:lpstr>Söhne</vt:lpstr>
      <vt:lpstr>STKaiti</vt:lpstr>
      <vt:lpstr>Arial</vt:lpstr>
      <vt:lpstr>Calibri</vt:lpstr>
      <vt:lpstr>Cambria</vt:lpstr>
      <vt:lpstr>Office Theme</vt:lpstr>
      <vt:lpstr>阿兹海默市场综述</vt:lpstr>
      <vt:lpstr>阿兹海默市场</vt:lpstr>
      <vt:lpstr>AD发病机制主要假说</vt:lpstr>
      <vt:lpstr>中国AD患病率呈明显上升趋势</vt:lpstr>
      <vt:lpstr>阿尔茨海默病的诊断依赖多项测试组合且治疗主要为“对症下药” </vt:lpstr>
      <vt:lpstr>医疗必要性的基本原则确定治疗是否受保险覆盖根据</vt:lpstr>
      <vt:lpstr>可用于阿尔茨海默病治疗的药物有限，市场尚待开发</vt:lpstr>
      <vt:lpstr>当前技术的潜力仍未充分开发利用</vt:lpstr>
      <vt:lpstr>神经系统疾病数字疗法产业版图</vt:lpstr>
      <vt:lpstr>PowerPoint Presentation</vt:lpstr>
      <vt:lpstr>伽马频率刺激治疗AD—— Cognito</vt:lpstr>
      <vt:lpstr>Eli Lilly deep dive</vt:lpstr>
      <vt:lpstr>Attractive market opportunity, platform identity, and pivotable tech contributed to another large round </vt:lpstr>
      <vt:lpstr>Deep dive of Cognito</vt:lpstr>
      <vt:lpstr>PowerPoint Presentation</vt:lpstr>
    </vt:vector>
  </TitlesOfParts>
  <Company>test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Marathon Capital</dc:title>
  <dc:creator>ray yang</dc:creator>
  <cp:lastModifiedBy>Xu, Kailin</cp:lastModifiedBy>
  <cp:revision>1409</cp:revision>
  <cp:lastPrinted>2020-04-10T14:27:04Z</cp:lastPrinted>
  <dcterms:created xsi:type="dcterms:W3CDTF">2015-02-23T06:47:11Z</dcterms:created>
  <dcterms:modified xsi:type="dcterms:W3CDTF">2025-07-07T02:13:58Z</dcterms:modified>
</cp:coreProperties>
</file>